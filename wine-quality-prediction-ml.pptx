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2"/>
  </p:normalViewPr>
  <p:slideViewPr>
    <p:cSldViewPr snapToGrid="0">
      <p:cViewPr varScale="1">
        <p:scale>
          <a:sx n="113" d="100"/>
          <a:sy n="113" d="100"/>
        </p:scale>
        <p:origin x="6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607C39-1167-454A-9258-1A91AD5B769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CE3D3D1-6C0C-4C0B-A757-274487B63DCB}">
      <dgm:prSet/>
      <dgm:spPr/>
      <dgm:t>
        <a:bodyPr/>
        <a:lstStyle/>
        <a:p>
          <a:r>
            <a:rPr lang="en-US" b="1"/>
            <a:t>Regression</a:t>
          </a:r>
          <a:r>
            <a:rPr lang="en-US"/>
            <a:t>: </a:t>
          </a:r>
          <a:r>
            <a:rPr lang="en-US" b="1"/>
            <a:t>Model</a:t>
          </a:r>
          <a:r>
            <a:rPr lang="en-US"/>
            <a:t>: Linear Regression.</a:t>
          </a:r>
        </a:p>
      </dgm:t>
    </dgm:pt>
    <dgm:pt modelId="{7CD4DB0C-6066-49FD-94AD-4F26074C8163}" type="parTrans" cxnId="{229BFCF2-098A-4C69-A81F-4BC3DFD8365C}">
      <dgm:prSet/>
      <dgm:spPr/>
      <dgm:t>
        <a:bodyPr/>
        <a:lstStyle/>
        <a:p>
          <a:endParaRPr lang="en-US"/>
        </a:p>
      </dgm:t>
    </dgm:pt>
    <dgm:pt modelId="{AE9E8D03-87F9-43C7-8E0F-159C6CA2524E}" type="sibTrans" cxnId="{229BFCF2-098A-4C69-A81F-4BC3DFD8365C}">
      <dgm:prSet/>
      <dgm:spPr/>
      <dgm:t>
        <a:bodyPr/>
        <a:lstStyle/>
        <a:p>
          <a:endParaRPr lang="en-US"/>
        </a:p>
      </dgm:t>
    </dgm:pt>
    <dgm:pt modelId="{2DD5466B-6F69-4C9A-B883-32F436A5F456}">
      <dgm:prSet/>
      <dgm:spPr/>
      <dgm:t>
        <a:bodyPr/>
        <a:lstStyle/>
        <a:p>
          <a:r>
            <a:rPr lang="en-US" b="1"/>
            <a:t>Performance</a:t>
          </a:r>
          <a:r>
            <a:rPr lang="en-US"/>
            <a:t>:</a:t>
          </a:r>
        </a:p>
      </dgm:t>
    </dgm:pt>
    <dgm:pt modelId="{1A61B3F8-B39A-4D59-AB36-3E0B1CE02049}" type="parTrans" cxnId="{9C8271A2-6254-4897-A117-887F2B29868A}">
      <dgm:prSet/>
      <dgm:spPr/>
      <dgm:t>
        <a:bodyPr/>
        <a:lstStyle/>
        <a:p>
          <a:endParaRPr lang="en-US"/>
        </a:p>
      </dgm:t>
    </dgm:pt>
    <dgm:pt modelId="{883621CF-1D36-4CE1-BD7D-7590EAEA7224}" type="sibTrans" cxnId="{9C8271A2-6254-4897-A117-887F2B29868A}">
      <dgm:prSet/>
      <dgm:spPr/>
      <dgm:t>
        <a:bodyPr/>
        <a:lstStyle/>
        <a:p>
          <a:endParaRPr lang="en-US"/>
        </a:p>
      </dgm:t>
    </dgm:pt>
    <dgm:pt modelId="{BEC450D7-45C1-45B4-8FE2-893CDA337B97}">
      <dgm:prSet custT="1"/>
      <dgm:spPr/>
      <dgm:t>
        <a:bodyPr/>
        <a:lstStyle/>
        <a:p>
          <a:r>
            <a:rPr lang="en-US" sz="1600" dirty="0"/>
            <a:t>RMSE: 0.65 (on a scale of 0–10).</a:t>
          </a:r>
        </a:p>
      </dgm:t>
    </dgm:pt>
    <dgm:pt modelId="{349DF3F7-3F2D-4351-B0E8-A9D245FB8AC8}" type="parTrans" cxnId="{E4F4B222-B604-4E91-970A-9A809E176EBE}">
      <dgm:prSet/>
      <dgm:spPr/>
      <dgm:t>
        <a:bodyPr/>
        <a:lstStyle/>
        <a:p>
          <a:endParaRPr lang="en-US"/>
        </a:p>
      </dgm:t>
    </dgm:pt>
    <dgm:pt modelId="{77540177-8596-40F0-B83E-9603D980A704}" type="sibTrans" cxnId="{E4F4B222-B604-4E91-970A-9A809E176EBE}">
      <dgm:prSet/>
      <dgm:spPr/>
      <dgm:t>
        <a:bodyPr/>
        <a:lstStyle/>
        <a:p>
          <a:endParaRPr lang="en-US"/>
        </a:p>
      </dgm:t>
    </dgm:pt>
    <dgm:pt modelId="{22D366BC-C275-418C-AC83-0369E48B38A7}">
      <dgm:prSet custT="1"/>
      <dgm:spPr/>
      <dgm:t>
        <a:bodyPr/>
        <a:lstStyle/>
        <a:p>
          <a:r>
            <a:rPr lang="en-US" sz="1600" dirty="0"/>
            <a:t>R² Score: ~75%, indicating a good fit for predicting continuous quality scores.</a:t>
          </a:r>
        </a:p>
      </dgm:t>
    </dgm:pt>
    <dgm:pt modelId="{DB1D47CF-5E8C-406D-8791-FC64EBB13FAF}" type="parTrans" cxnId="{E9DCA8CF-10D0-483E-B608-AD09EC070857}">
      <dgm:prSet/>
      <dgm:spPr/>
      <dgm:t>
        <a:bodyPr/>
        <a:lstStyle/>
        <a:p>
          <a:endParaRPr lang="en-US"/>
        </a:p>
      </dgm:t>
    </dgm:pt>
    <dgm:pt modelId="{9430DC19-31BE-4450-8EB6-6A4FCE86DD31}" type="sibTrans" cxnId="{E9DCA8CF-10D0-483E-B608-AD09EC070857}">
      <dgm:prSet/>
      <dgm:spPr/>
      <dgm:t>
        <a:bodyPr/>
        <a:lstStyle/>
        <a:p>
          <a:endParaRPr lang="en-US"/>
        </a:p>
      </dgm:t>
    </dgm:pt>
    <dgm:pt modelId="{94854CA1-BBA9-4000-BEA2-4E3BA4D407F3}" type="pres">
      <dgm:prSet presAssocID="{10607C39-1167-454A-9258-1A91AD5B7694}" presName="root" presStyleCnt="0">
        <dgm:presLayoutVars>
          <dgm:dir/>
          <dgm:resizeHandles val="exact"/>
        </dgm:presLayoutVars>
      </dgm:prSet>
      <dgm:spPr/>
    </dgm:pt>
    <dgm:pt modelId="{E8821350-DB2F-4663-B2E9-EDE4C875E789}" type="pres">
      <dgm:prSet presAssocID="{5CE3D3D1-6C0C-4C0B-A757-274487B63DCB}" presName="compNode" presStyleCnt="0"/>
      <dgm:spPr/>
    </dgm:pt>
    <dgm:pt modelId="{4FAC937D-F8C3-4B9E-AA98-C3E9E7B0FCAE}" type="pres">
      <dgm:prSet presAssocID="{5CE3D3D1-6C0C-4C0B-A757-274487B63DCB}" presName="bgRect" presStyleLbl="bgShp" presStyleIdx="0" presStyleCnt="2"/>
      <dgm:spPr/>
    </dgm:pt>
    <dgm:pt modelId="{F745201C-0B04-4322-8563-920812741176}" type="pres">
      <dgm:prSet presAssocID="{5CE3D3D1-6C0C-4C0B-A757-274487B63DC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B1A3768-9C4D-4691-9884-2F586E9CAF03}" type="pres">
      <dgm:prSet presAssocID="{5CE3D3D1-6C0C-4C0B-A757-274487B63DCB}" presName="spaceRect" presStyleCnt="0"/>
      <dgm:spPr/>
    </dgm:pt>
    <dgm:pt modelId="{FD78F859-2762-4B51-8128-82BDAB6519F1}" type="pres">
      <dgm:prSet presAssocID="{5CE3D3D1-6C0C-4C0B-A757-274487B63DCB}" presName="parTx" presStyleLbl="revTx" presStyleIdx="0" presStyleCnt="3">
        <dgm:presLayoutVars>
          <dgm:chMax val="0"/>
          <dgm:chPref val="0"/>
        </dgm:presLayoutVars>
      </dgm:prSet>
      <dgm:spPr/>
    </dgm:pt>
    <dgm:pt modelId="{804CE0EA-66BD-4F0D-BFE3-1A7BAB77F00A}" type="pres">
      <dgm:prSet presAssocID="{AE9E8D03-87F9-43C7-8E0F-159C6CA2524E}" presName="sibTrans" presStyleCnt="0"/>
      <dgm:spPr/>
    </dgm:pt>
    <dgm:pt modelId="{E00397F7-DEA0-4D9F-9F36-47DECD073F3E}" type="pres">
      <dgm:prSet presAssocID="{2DD5466B-6F69-4C9A-B883-32F436A5F456}" presName="compNode" presStyleCnt="0"/>
      <dgm:spPr/>
    </dgm:pt>
    <dgm:pt modelId="{8A86CE4B-7D08-412B-BFAC-3018AAD95F82}" type="pres">
      <dgm:prSet presAssocID="{2DD5466B-6F69-4C9A-B883-32F436A5F456}" presName="bgRect" presStyleLbl="bgShp" presStyleIdx="1" presStyleCnt="2"/>
      <dgm:spPr/>
    </dgm:pt>
    <dgm:pt modelId="{FFD7F16A-A234-4ABF-AD7C-AC895DC5C385}" type="pres">
      <dgm:prSet presAssocID="{2DD5466B-6F69-4C9A-B883-32F436A5F45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et"/>
        </a:ext>
      </dgm:extLst>
    </dgm:pt>
    <dgm:pt modelId="{AB57B25F-CC55-4AD5-AC7C-AFEF64B68D60}" type="pres">
      <dgm:prSet presAssocID="{2DD5466B-6F69-4C9A-B883-32F436A5F456}" presName="spaceRect" presStyleCnt="0"/>
      <dgm:spPr/>
    </dgm:pt>
    <dgm:pt modelId="{7C2AF8B6-AADF-488E-B6EE-38D2BE98CF9A}" type="pres">
      <dgm:prSet presAssocID="{2DD5466B-6F69-4C9A-B883-32F436A5F456}" presName="parTx" presStyleLbl="revTx" presStyleIdx="1" presStyleCnt="3">
        <dgm:presLayoutVars>
          <dgm:chMax val="0"/>
          <dgm:chPref val="0"/>
        </dgm:presLayoutVars>
      </dgm:prSet>
      <dgm:spPr/>
    </dgm:pt>
    <dgm:pt modelId="{365FEE11-7470-4DF5-B974-81BF63533D34}" type="pres">
      <dgm:prSet presAssocID="{2DD5466B-6F69-4C9A-B883-32F436A5F456}" presName="desTx" presStyleLbl="revTx" presStyleIdx="2" presStyleCnt="3" custScaleX="135019">
        <dgm:presLayoutVars/>
      </dgm:prSet>
      <dgm:spPr/>
    </dgm:pt>
  </dgm:ptLst>
  <dgm:cxnLst>
    <dgm:cxn modelId="{E4F4B222-B604-4E91-970A-9A809E176EBE}" srcId="{2DD5466B-6F69-4C9A-B883-32F436A5F456}" destId="{BEC450D7-45C1-45B4-8FE2-893CDA337B97}" srcOrd="0" destOrd="0" parTransId="{349DF3F7-3F2D-4351-B0E8-A9D245FB8AC8}" sibTransId="{77540177-8596-40F0-B83E-9603D980A704}"/>
    <dgm:cxn modelId="{863D4628-75EA-4362-A478-797A862CB0D7}" type="presOf" srcId="{5CE3D3D1-6C0C-4C0B-A757-274487B63DCB}" destId="{FD78F859-2762-4B51-8128-82BDAB6519F1}" srcOrd="0" destOrd="0" presId="urn:microsoft.com/office/officeart/2018/2/layout/IconVerticalSolidList"/>
    <dgm:cxn modelId="{AFDDD23D-D678-43B0-AB94-340D39D39505}" type="presOf" srcId="{10607C39-1167-454A-9258-1A91AD5B7694}" destId="{94854CA1-BBA9-4000-BEA2-4E3BA4D407F3}" srcOrd="0" destOrd="0" presId="urn:microsoft.com/office/officeart/2018/2/layout/IconVerticalSolidList"/>
    <dgm:cxn modelId="{09E37565-1F1D-4D79-9153-814C4207E0FA}" type="presOf" srcId="{22D366BC-C275-418C-AC83-0369E48B38A7}" destId="{365FEE11-7470-4DF5-B974-81BF63533D34}" srcOrd="0" destOrd="1" presId="urn:microsoft.com/office/officeart/2018/2/layout/IconVerticalSolidList"/>
    <dgm:cxn modelId="{9C8271A2-6254-4897-A117-887F2B29868A}" srcId="{10607C39-1167-454A-9258-1A91AD5B7694}" destId="{2DD5466B-6F69-4C9A-B883-32F436A5F456}" srcOrd="1" destOrd="0" parTransId="{1A61B3F8-B39A-4D59-AB36-3E0B1CE02049}" sibTransId="{883621CF-1D36-4CE1-BD7D-7590EAEA7224}"/>
    <dgm:cxn modelId="{E9DCA8CF-10D0-483E-B608-AD09EC070857}" srcId="{2DD5466B-6F69-4C9A-B883-32F436A5F456}" destId="{22D366BC-C275-418C-AC83-0369E48B38A7}" srcOrd="1" destOrd="0" parTransId="{DB1D47CF-5E8C-406D-8791-FC64EBB13FAF}" sibTransId="{9430DC19-31BE-4450-8EB6-6A4FCE86DD31}"/>
    <dgm:cxn modelId="{A57A7AD2-C611-4E55-A861-ADE7DA34B291}" type="presOf" srcId="{BEC450D7-45C1-45B4-8FE2-893CDA337B97}" destId="{365FEE11-7470-4DF5-B974-81BF63533D34}" srcOrd="0" destOrd="0" presId="urn:microsoft.com/office/officeart/2018/2/layout/IconVerticalSolidList"/>
    <dgm:cxn modelId="{229BFCF2-098A-4C69-A81F-4BC3DFD8365C}" srcId="{10607C39-1167-454A-9258-1A91AD5B7694}" destId="{5CE3D3D1-6C0C-4C0B-A757-274487B63DCB}" srcOrd="0" destOrd="0" parTransId="{7CD4DB0C-6066-49FD-94AD-4F26074C8163}" sibTransId="{AE9E8D03-87F9-43C7-8E0F-159C6CA2524E}"/>
    <dgm:cxn modelId="{9CD3A5F7-E65B-4A83-A1D3-37C059BF2C05}" type="presOf" srcId="{2DD5466B-6F69-4C9A-B883-32F436A5F456}" destId="{7C2AF8B6-AADF-488E-B6EE-38D2BE98CF9A}" srcOrd="0" destOrd="0" presId="urn:microsoft.com/office/officeart/2018/2/layout/IconVerticalSolidList"/>
    <dgm:cxn modelId="{EE3C2A76-B07A-4DCF-8869-A252D5300FAC}" type="presParOf" srcId="{94854CA1-BBA9-4000-BEA2-4E3BA4D407F3}" destId="{E8821350-DB2F-4663-B2E9-EDE4C875E789}" srcOrd="0" destOrd="0" presId="urn:microsoft.com/office/officeart/2018/2/layout/IconVerticalSolidList"/>
    <dgm:cxn modelId="{FF8020FC-FEDE-48E7-AFB7-52748D7FAD8A}" type="presParOf" srcId="{E8821350-DB2F-4663-B2E9-EDE4C875E789}" destId="{4FAC937D-F8C3-4B9E-AA98-C3E9E7B0FCAE}" srcOrd="0" destOrd="0" presId="urn:microsoft.com/office/officeart/2018/2/layout/IconVerticalSolidList"/>
    <dgm:cxn modelId="{0C55B73A-FDCF-4572-986B-18F8FB1A8B7D}" type="presParOf" srcId="{E8821350-DB2F-4663-B2E9-EDE4C875E789}" destId="{F745201C-0B04-4322-8563-920812741176}" srcOrd="1" destOrd="0" presId="urn:microsoft.com/office/officeart/2018/2/layout/IconVerticalSolidList"/>
    <dgm:cxn modelId="{AE12C5B8-F1C1-471E-A4D2-F85A4E0D375D}" type="presParOf" srcId="{E8821350-DB2F-4663-B2E9-EDE4C875E789}" destId="{AB1A3768-9C4D-4691-9884-2F586E9CAF03}" srcOrd="2" destOrd="0" presId="urn:microsoft.com/office/officeart/2018/2/layout/IconVerticalSolidList"/>
    <dgm:cxn modelId="{AD1501A1-E1C7-44D7-B60D-9B91E1AC3CF1}" type="presParOf" srcId="{E8821350-DB2F-4663-B2E9-EDE4C875E789}" destId="{FD78F859-2762-4B51-8128-82BDAB6519F1}" srcOrd="3" destOrd="0" presId="urn:microsoft.com/office/officeart/2018/2/layout/IconVerticalSolidList"/>
    <dgm:cxn modelId="{7812011A-1232-4122-9B80-544F3F3144C5}" type="presParOf" srcId="{94854CA1-BBA9-4000-BEA2-4E3BA4D407F3}" destId="{804CE0EA-66BD-4F0D-BFE3-1A7BAB77F00A}" srcOrd="1" destOrd="0" presId="urn:microsoft.com/office/officeart/2018/2/layout/IconVerticalSolidList"/>
    <dgm:cxn modelId="{3656871B-6E07-4A46-9066-DF81275BDE6B}" type="presParOf" srcId="{94854CA1-BBA9-4000-BEA2-4E3BA4D407F3}" destId="{E00397F7-DEA0-4D9F-9F36-47DECD073F3E}" srcOrd="2" destOrd="0" presId="urn:microsoft.com/office/officeart/2018/2/layout/IconVerticalSolidList"/>
    <dgm:cxn modelId="{6CC04BDB-B23F-4C0F-83EA-8F27FE7EF8D5}" type="presParOf" srcId="{E00397F7-DEA0-4D9F-9F36-47DECD073F3E}" destId="{8A86CE4B-7D08-412B-BFAC-3018AAD95F82}" srcOrd="0" destOrd="0" presId="urn:microsoft.com/office/officeart/2018/2/layout/IconVerticalSolidList"/>
    <dgm:cxn modelId="{812EB1A0-E9FD-4A32-898C-0FE566E5C9B1}" type="presParOf" srcId="{E00397F7-DEA0-4D9F-9F36-47DECD073F3E}" destId="{FFD7F16A-A234-4ABF-AD7C-AC895DC5C385}" srcOrd="1" destOrd="0" presId="urn:microsoft.com/office/officeart/2018/2/layout/IconVerticalSolidList"/>
    <dgm:cxn modelId="{301032C9-D459-44A6-9269-13AB752FBB1B}" type="presParOf" srcId="{E00397F7-DEA0-4D9F-9F36-47DECD073F3E}" destId="{AB57B25F-CC55-4AD5-AC7C-AFEF64B68D60}" srcOrd="2" destOrd="0" presId="urn:microsoft.com/office/officeart/2018/2/layout/IconVerticalSolidList"/>
    <dgm:cxn modelId="{0639E153-1629-43E5-92FF-1DE3C8F50DC9}" type="presParOf" srcId="{E00397F7-DEA0-4D9F-9F36-47DECD073F3E}" destId="{7C2AF8B6-AADF-488E-B6EE-38D2BE98CF9A}" srcOrd="3" destOrd="0" presId="urn:microsoft.com/office/officeart/2018/2/layout/IconVerticalSolidList"/>
    <dgm:cxn modelId="{BEB19960-BAC4-450B-BAB5-0F97EF619980}" type="presParOf" srcId="{E00397F7-DEA0-4D9F-9F36-47DECD073F3E}" destId="{365FEE11-7470-4DF5-B974-81BF63533D3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9A341E-DFD4-4C77-91E6-5F1FA0C5F208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D235572-B463-4027-8BAE-80EC9511033B}">
      <dgm:prSet/>
      <dgm:spPr/>
      <dgm:t>
        <a:bodyPr/>
        <a:lstStyle/>
        <a:p>
          <a:r>
            <a:rPr lang="en-US" b="1"/>
            <a:t>K-Means</a:t>
          </a:r>
          <a:r>
            <a:rPr lang="en-US"/>
            <a:t>:</a:t>
          </a:r>
        </a:p>
      </dgm:t>
    </dgm:pt>
    <dgm:pt modelId="{C52C77B5-E895-427A-8843-B7A5319202C4}" type="parTrans" cxnId="{DC630B22-377C-43B0-BFC7-83E92DF8E77E}">
      <dgm:prSet/>
      <dgm:spPr/>
      <dgm:t>
        <a:bodyPr/>
        <a:lstStyle/>
        <a:p>
          <a:endParaRPr lang="en-US"/>
        </a:p>
      </dgm:t>
    </dgm:pt>
    <dgm:pt modelId="{A35B13DE-BFCC-46E1-B614-1FFF20F90C59}" type="sibTrans" cxnId="{DC630B22-377C-43B0-BFC7-83E92DF8E77E}">
      <dgm:prSet/>
      <dgm:spPr/>
      <dgm:t>
        <a:bodyPr/>
        <a:lstStyle/>
        <a:p>
          <a:endParaRPr lang="en-US"/>
        </a:p>
      </dgm:t>
    </dgm:pt>
    <dgm:pt modelId="{50275543-09A4-4D3C-8C71-8256F4F6194D}">
      <dgm:prSet/>
      <dgm:spPr/>
      <dgm:t>
        <a:bodyPr/>
        <a:lstStyle/>
        <a:p>
          <a:r>
            <a:rPr lang="en-US" dirty="0"/>
            <a:t>3 clusters identified based on chemical properties.</a:t>
          </a:r>
        </a:p>
      </dgm:t>
    </dgm:pt>
    <dgm:pt modelId="{6ED709E2-8D8C-4565-AA62-0DAB488CFED0}" type="parTrans" cxnId="{6F40539C-0465-4552-ABAF-1EB193F3B938}">
      <dgm:prSet/>
      <dgm:spPr/>
      <dgm:t>
        <a:bodyPr/>
        <a:lstStyle/>
        <a:p>
          <a:endParaRPr lang="en-US"/>
        </a:p>
      </dgm:t>
    </dgm:pt>
    <dgm:pt modelId="{C0CBEAF7-E905-4035-B7E8-CF84C62ED6A4}" type="sibTrans" cxnId="{6F40539C-0465-4552-ABAF-1EB193F3B938}">
      <dgm:prSet/>
      <dgm:spPr/>
      <dgm:t>
        <a:bodyPr/>
        <a:lstStyle/>
        <a:p>
          <a:endParaRPr lang="en-US"/>
        </a:p>
      </dgm:t>
    </dgm:pt>
    <dgm:pt modelId="{08AA46B7-C24B-4F45-9011-2739E0E0D3CC}">
      <dgm:prSet/>
      <dgm:spPr/>
      <dgm:t>
        <a:bodyPr/>
        <a:lstStyle/>
        <a:p>
          <a:r>
            <a:rPr lang="en-US"/>
            <a:t>Silhouette Score: 0.57.</a:t>
          </a:r>
        </a:p>
      </dgm:t>
    </dgm:pt>
    <dgm:pt modelId="{B7B6F1BC-C1FC-4D71-9B93-95CE026B9FA4}" type="parTrans" cxnId="{4724B5D6-7FAD-455F-B65F-B17B671E7944}">
      <dgm:prSet/>
      <dgm:spPr/>
      <dgm:t>
        <a:bodyPr/>
        <a:lstStyle/>
        <a:p>
          <a:endParaRPr lang="en-US"/>
        </a:p>
      </dgm:t>
    </dgm:pt>
    <dgm:pt modelId="{999E6CBC-02F9-44DD-B858-F8AF72AAAA90}" type="sibTrans" cxnId="{4724B5D6-7FAD-455F-B65F-B17B671E7944}">
      <dgm:prSet/>
      <dgm:spPr/>
      <dgm:t>
        <a:bodyPr/>
        <a:lstStyle/>
        <a:p>
          <a:endParaRPr lang="en-US"/>
        </a:p>
      </dgm:t>
    </dgm:pt>
    <dgm:pt modelId="{51178B8C-2482-40BB-9A80-8B3BA34D442C}">
      <dgm:prSet/>
      <dgm:spPr/>
      <dgm:t>
        <a:bodyPr/>
        <a:lstStyle/>
        <a:p>
          <a:r>
            <a:rPr lang="en-US" b="1"/>
            <a:t>DBSCAN</a:t>
          </a:r>
          <a:r>
            <a:rPr lang="en-US"/>
            <a:t>:</a:t>
          </a:r>
        </a:p>
      </dgm:t>
    </dgm:pt>
    <dgm:pt modelId="{F4FF155B-9A3E-44F5-BBEF-8E548BF138F2}" type="parTrans" cxnId="{F6E0DBCB-EA97-487E-9809-55E8D85A71E2}">
      <dgm:prSet/>
      <dgm:spPr/>
      <dgm:t>
        <a:bodyPr/>
        <a:lstStyle/>
        <a:p>
          <a:endParaRPr lang="en-US"/>
        </a:p>
      </dgm:t>
    </dgm:pt>
    <dgm:pt modelId="{A47A4A00-95B3-4917-B8CF-B0BC886C51CF}" type="sibTrans" cxnId="{F6E0DBCB-EA97-487E-9809-55E8D85A71E2}">
      <dgm:prSet/>
      <dgm:spPr/>
      <dgm:t>
        <a:bodyPr/>
        <a:lstStyle/>
        <a:p>
          <a:endParaRPr lang="en-US"/>
        </a:p>
      </dgm:t>
    </dgm:pt>
    <dgm:pt modelId="{39A7D3D2-DA2D-4810-9829-F5498E472FEB}">
      <dgm:prSet/>
      <dgm:spPr/>
      <dgm:t>
        <a:bodyPr/>
        <a:lstStyle/>
        <a:p>
          <a:r>
            <a:rPr lang="en-US"/>
            <a:t>Effective in identifying dense clusters but did not generalize well due to sparsity in data.</a:t>
          </a:r>
        </a:p>
      </dgm:t>
    </dgm:pt>
    <dgm:pt modelId="{96EA3743-D02C-4E5C-A78C-B9F0CD9D13E6}" type="parTrans" cxnId="{38D5D444-60F1-41CE-B66D-80D9F2D24B5A}">
      <dgm:prSet/>
      <dgm:spPr/>
      <dgm:t>
        <a:bodyPr/>
        <a:lstStyle/>
        <a:p>
          <a:endParaRPr lang="en-US"/>
        </a:p>
      </dgm:t>
    </dgm:pt>
    <dgm:pt modelId="{67052FE3-EFB6-41F5-A10E-E612516AAF49}" type="sibTrans" cxnId="{38D5D444-60F1-41CE-B66D-80D9F2D24B5A}">
      <dgm:prSet/>
      <dgm:spPr/>
      <dgm:t>
        <a:bodyPr/>
        <a:lstStyle/>
        <a:p>
          <a:endParaRPr lang="en-US"/>
        </a:p>
      </dgm:t>
    </dgm:pt>
    <dgm:pt modelId="{A5A2E268-BDBF-FD44-B85D-C3D88583EAEB}" type="pres">
      <dgm:prSet presAssocID="{9A9A341E-DFD4-4C77-91E6-5F1FA0C5F208}" presName="Name0" presStyleCnt="0">
        <dgm:presLayoutVars>
          <dgm:dir/>
          <dgm:animLvl val="lvl"/>
          <dgm:resizeHandles val="exact"/>
        </dgm:presLayoutVars>
      </dgm:prSet>
      <dgm:spPr/>
    </dgm:pt>
    <dgm:pt modelId="{DF895391-0EBD-7B46-B905-EC04AD3BE282}" type="pres">
      <dgm:prSet presAssocID="{4D235572-B463-4027-8BAE-80EC9511033B}" presName="composite" presStyleCnt="0"/>
      <dgm:spPr/>
    </dgm:pt>
    <dgm:pt modelId="{75633942-8ED1-B94B-ACD1-D1BA39EC136C}" type="pres">
      <dgm:prSet presAssocID="{4D235572-B463-4027-8BAE-80EC9511033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3B00D9E-391F-AE43-AA5C-44D8D6E67319}" type="pres">
      <dgm:prSet presAssocID="{4D235572-B463-4027-8BAE-80EC9511033B}" presName="desTx" presStyleLbl="alignAccFollowNode1" presStyleIdx="0" presStyleCnt="2">
        <dgm:presLayoutVars>
          <dgm:bulletEnabled val="1"/>
        </dgm:presLayoutVars>
      </dgm:prSet>
      <dgm:spPr/>
    </dgm:pt>
    <dgm:pt modelId="{4E260698-9B20-4B4C-9A19-E8C886DE17E2}" type="pres">
      <dgm:prSet presAssocID="{A35B13DE-BFCC-46E1-B614-1FFF20F90C59}" presName="space" presStyleCnt="0"/>
      <dgm:spPr/>
    </dgm:pt>
    <dgm:pt modelId="{7864BD7C-A3EA-4D4F-944E-515714BC9E78}" type="pres">
      <dgm:prSet presAssocID="{51178B8C-2482-40BB-9A80-8B3BA34D442C}" presName="composite" presStyleCnt="0"/>
      <dgm:spPr/>
    </dgm:pt>
    <dgm:pt modelId="{1C082809-7F1C-7D43-8A96-818C33CB3BD1}" type="pres">
      <dgm:prSet presAssocID="{51178B8C-2482-40BB-9A80-8B3BA34D442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7B18406-720E-1745-867B-364D8A1547F6}" type="pres">
      <dgm:prSet presAssocID="{51178B8C-2482-40BB-9A80-8B3BA34D442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8D9F101-19C1-EA48-9916-A29FB3AD65F5}" type="presOf" srcId="{50275543-09A4-4D3C-8C71-8256F4F6194D}" destId="{03B00D9E-391F-AE43-AA5C-44D8D6E67319}" srcOrd="0" destOrd="0" presId="urn:microsoft.com/office/officeart/2005/8/layout/hList1"/>
    <dgm:cxn modelId="{DAFA9608-7C68-9242-A15B-FD66E884426C}" type="presOf" srcId="{39A7D3D2-DA2D-4810-9829-F5498E472FEB}" destId="{67B18406-720E-1745-867B-364D8A1547F6}" srcOrd="0" destOrd="0" presId="urn:microsoft.com/office/officeart/2005/8/layout/hList1"/>
    <dgm:cxn modelId="{DC630B22-377C-43B0-BFC7-83E92DF8E77E}" srcId="{9A9A341E-DFD4-4C77-91E6-5F1FA0C5F208}" destId="{4D235572-B463-4027-8BAE-80EC9511033B}" srcOrd="0" destOrd="0" parTransId="{C52C77B5-E895-427A-8843-B7A5319202C4}" sibTransId="{A35B13DE-BFCC-46E1-B614-1FFF20F90C59}"/>
    <dgm:cxn modelId="{38D5D444-60F1-41CE-B66D-80D9F2D24B5A}" srcId="{51178B8C-2482-40BB-9A80-8B3BA34D442C}" destId="{39A7D3D2-DA2D-4810-9829-F5498E472FEB}" srcOrd="0" destOrd="0" parTransId="{96EA3743-D02C-4E5C-A78C-B9F0CD9D13E6}" sibTransId="{67052FE3-EFB6-41F5-A10E-E612516AAF49}"/>
    <dgm:cxn modelId="{A0778247-5890-534C-B64B-22D215FFA263}" type="presOf" srcId="{9A9A341E-DFD4-4C77-91E6-5F1FA0C5F208}" destId="{A5A2E268-BDBF-FD44-B85D-C3D88583EAEB}" srcOrd="0" destOrd="0" presId="urn:microsoft.com/office/officeart/2005/8/layout/hList1"/>
    <dgm:cxn modelId="{D68B5392-E8AD-9948-B8E0-B9FE6A5442F3}" type="presOf" srcId="{08AA46B7-C24B-4F45-9011-2739E0E0D3CC}" destId="{03B00D9E-391F-AE43-AA5C-44D8D6E67319}" srcOrd="0" destOrd="1" presId="urn:microsoft.com/office/officeart/2005/8/layout/hList1"/>
    <dgm:cxn modelId="{C2591798-72AA-434F-B193-4B808F9074B5}" type="presOf" srcId="{51178B8C-2482-40BB-9A80-8B3BA34D442C}" destId="{1C082809-7F1C-7D43-8A96-818C33CB3BD1}" srcOrd="0" destOrd="0" presId="urn:microsoft.com/office/officeart/2005/8/layout/hList1"/>
    <dgm:cxn modelId="{6F40539C-0465-4552-ABAF-1EB193F3B938}" srcId="{4D235572-B463-4027-8BAE-80EC9511033B}" destId="{50275543-09A4-4D3C-8C71-8256F4F6194D}" srcOrd="0" destOrd="0" parTransId="{6ED709E2-8D8C-4565-AA62-0DAB488CFED0}" sibTransId="{C0CBEAF7-E905-4035-B7E8-CF84C62ED6A4}"/>
    <dgm:cxn modelId="{F6E0DBCB-EA97-487E-9809-55E8D85A71E2}" srcId="{9A9A341E-DFD4-4C77-91E6-5F1FA0C5F208}" destId="{51178B8C-2482-40BB-9A80-8B3BA34D442C}" srcOrd="1" destOrd="0" parTransId="{F4FF155B-9A3E-44F5-BBEF-8E548BF138F2}" sibTransId="{A47A4A00-95B3-4917-B8CF-B0BC886C51CF}"/>
    <dgm:cxn modelId="{E587E2D3-8DFA-5345-89D9-6E820AE52EFE}" type="presOf" srcId="{4D235572-B463-4027-8BAE-80EC9511033B}" destId="{75633942-8ED1-B94B-ACD1-D1BA39EC136C}" srcOrd="0" destOrd="0" presId="urn:microsoft.com/office/officeart/2005/8/layout/hList1"/>
    <dgm:cxn modelId="{4724B5D6-7FAD-455F-B65F-B17B671E7944}" srcId="{4D235572-B463-4027-8BAE-80EC9511033B}" destId="{08AA46B7-C24B-4F45-9011-2739E0E0D3CC}" srcOrd="1" destOrd="0" parTransId="{B7B6F1BC-C1FC-4D71-9B93-95CE026B9FA4}" sibTransId="{999E6CBC-02F9-44DD-B858-F8AF72AAAA90}"/>
    <dgm:cxn modelId="{8A9AEB45-3C0D-9B40-8809-19FE88ADB069}" type="presParOf" srcId="{A5A2E268-BDBF-FD44-B85D-C3D88583EAEB}" destId="{DF895391-0EBD-7B46-B905-EC04AD3BE282}" srcOrd="0" destOrd="0" presId="urn:microsoft.com/office/officeart/2005/8/layout/hList1"/>
    <dgm:cxn modelId="{2FEDEC35-FC08-0A49-AFFA-CBFFDC9F9B73}" type="presParOf" srcId="{DF895391-0EBD-7B46-B905-EC04AD3BE282}" destId="{75633942-8ED1-B94B-ACD1-D1BA39EC136C}" srcOrd="0" destOrd="0" presId="urn:microsoft.com/office/officeart/2005/8/layout/hList1"/>
    <dgm:cxn modelId="{B542FCFB-2076-3549-B687-7FEB78DF4A09}" type="presParOf" srcId="{DF895391-0EBD-7B46-B905-EC04AD3BE282}" destId="{03B00D9E-391F-AE43-AA5C-44D8D6E67319}" srcOrd="1" destOrd="0" presId="urn:microsoft.com/office/officeart/2005/8/layout/hList1"/>
    <dgm:cxn modelId="{845FB14E-20FC-E941-AF15-8E96399EE742}" type="presParOf" srcId="{A5A2E268-BDBF-FD44-B85D-C3D88583EAEB}" destId="{4E260698-9B20-4B4C-9A19-E8C886DE17E2}" srcOrd="1" destOrd="0" presId="urn:microsoft.com/office/officeart/2005/8/layout/hList1"/>
    <dgm:cxn modelId="{E762367A-54DE-9148-91C8-C603C484DBBB}" type="presParOf" srcId="{A5A2E268-BDBF-FD44-B85D-C3D88583EAEB}" destId="{7864BD7C-A3EA-4D4F-944E-515714BC9E78}" srcOrd="2" destOrd="0" presId="urn:microsoft.com/office/officeart/2005/8/layout/hList1"/>
    <dgm:cxn modelId="{A55C45BC-3117-8941-9127-6388E371510E}" type="presParOf" srcId="{7864BD7C-A3EA-4D4F-944E-515714BC9E78}" destId="{1C082809-7F1C-7D43-8A96-818C33CB3BD1}" srcOrd="0" destOrd="0" presId="urn:microsoft.com/office/officeart/2005/8/layout/hList1"/>
    <dgm:cxn modelId="{7032B326-962E-0040-BA3F-65476E191505}" type="presParOf" srcId="{7864BD7C-A3EA-4D4F-944E-515714BC9E78}" destId="{67B18406-720E-1745-867B-364D8A1547F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0A5ADA0-D3F4-41B9-BE17-299E7B4626FA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867B3CE-1184-4B74-8629-033BF0E532A3}">
      <dgm:prSet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Key Predictors of Quality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gm:t>
    </dgm:pt>
    <dgm:pt modelId="{2C87AFF3-5F39-40E1-9686-6959A49E3A6F}" type="parTrans" cxnId="{FD1C82A7-001C-4F96-8DBF-41FB8E7227D8}">
      <dgm:prSet/>
      <dgm:spPr/>
      <dgm:t>
        <a:bodyPr/>
        <a:lstStyle/>
        <a:p>
          <a:endParaRPr lang="en-US"/>
        </a:p>
      </dgm:t>
    </dgm:pt>
    <dgm:pt modelId="{4F758106-EE63-4A91-BA24-985EFEAC5FEA}" type="sibTrans" cxnId="{FD1C82A7-001C-4F96-8DBF-41FB8E7227D8}">
      <dgm:prSet/>
      <dgm:spPr/>
      <dgm:t>
        <a:bodyPr/>
        <a:lstStyle/>
        <a:p>
          <a:endParaRPr lang="en-US"/>
        </a:p>
      </dgm:t>
    </dgm:pt>
    <dgm:pt modelId="{032457D4-27AD-473B-8602-1270A78547AF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Alcohol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sulphates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were the strongest  indicators of higher quality.</a:t>
          </a:r>
        </a:p>
      </dgm:t>
    </dgm:pt>
    <dgm:pt modelId="{FB851D56-298A-4758-B2A0-CA6D796B876B}" type="parTrans" cxnId="{9F62A723-FE0E-4129-ADAF-7F54D8D80E57}">
      <dgm:prSet/>
      <dgm:spPr/>
      <dgm:t>
        <a:bodyPr/>
        <a:lstStyle/>
        <a:p>
          <a:endParaRPr lang="en-US"/>
        </a:p>
      </dgm:t>
    </dgm:pt>
    <dgm:pt modelId="{6B45E1CD-1FB5-47BD-AC99-0CC3F6617C9A}" type="sibTrans" cxnId="{9F62A723-FE0E-4129-ADAF-7F54D8D80E57}">
      <dgm:prSet/>
      <dgm:spPr/>
      <dgm:t>
        <a:bodyPr/>
        <a:lstStyle/>
        <a:p>
          <a:endParaRPr lang="en-US"/>
        </a:p>
      </dgm:t>
    </dgm:pt>
    <dgm:pt modelId="{50EF00DF-A246-4F00-8E6D-B46B2D86E407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Residual sugar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volatile acidity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 also significantly impacted quality.</a:t>
          </a:r>
        </a:p>
      </dgm:t>
    </dgm:pt>
    <dgm:pt modelId="{AA65C3FF-405E-492D-BAA0-22F1DC811ABA}" type="parTrans" cxnId="{44851882-653E-47BF-94F5-D61CC5ED5353}">
      <dgm:prSet/>
      <dgm:spPr/>
      <dgm:t>
        <a:bodyPr/>
        <a:lstStyle/>
        <a:p>
          <a:endParaRPr lang="en-US"/>
        </a:p>
      </dgm:t>
    </dgm:pt>
    <dgm:pt modelId="{DD47E65B-021D-4B25-B7CE-B4C66A91696C}" type="sibTrans" cxnId="{44851882-653E-47BF-94F5-D61CC5ED5353}">
      <dgm:prSet/>
      <dgm:spPr/>
      <dgm:t>
        <a:bodyPr/>
        <a:lstStyle/>
        <a:p>
          <a:endParaRPr lang="en-US"/>
        </a:p>
      </dgm:t>
    </dgm:pt>
    <dgm:pt modelId="{BEF29C27-CDE0-48A1-9E8A-2F700F1CC34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Clustering Insights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gm:t>
    </dgm:pt>
    <dgm:pt modelId="{84C682C4-997D-4916-AED5-E0DD0EC6333A}" type="parTrans" cxnId="{C63294C6-5980-4AA6-B5CD-7B7E88185E45}">
      <dgm:prSet/>
      <dgm:spPr/>
      <dgm:t>
        <a:bodyPr/>
        <a:lstStyle/>
        <a:p>
          <a:endParaRPr lang="en-US"/>
        </a:p>
      </dgm:t>
    </dgm:pt>
    <dgm:pt modelId="{AF8E38B8-F88D-4766-AF91-333E0F291B76}" type="sibTrans" cxnId="{C63294C6-5980-4AA6-B5CD-7B7E88185E45}">
      <dgm:prSet/>
      <dgm:spPr/>
      <dgm:t>
        <a:bodyPr/>
        <a:lstStyle/>
        <a:p>
          <a:endParaRPr lang="en-US"/>
        </a:p>
      </dgm:t>
    </dgm:pt>
    <dgm:pt modelId="{49E2A580-6A3E-4B26-A150-E9DDE1A8FBDA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Cluster 1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: Wines with high acidity and low alcohol, suited for budget-conscious customers.</a:t>
          </a:r>
        </a:p>
      </dgm:t>
    </dgm:pt>
    <dgm:pt modelId="{D9F7250F-A8B1-4BA2-A124-96147161628B}" type="parTrans" cxnId="{F9FCE281-816B-42F9-857F-C73901B85AA8}">
      <dgm:prSet/>
      <dgm:spPr/>
      <dgm:t>
        <a:bodyPr/>
        <a:lstStyle/>
        <a:p>
          <a:endParaRPr lang="en-US"/>
        </a:p>
      </dgm:t>
    </dgm:pt>
    <dgm:pt modelId="{AF54277B-D512-4646-B5C0-1921E46E5A85}" type="sibTrans" cxnId="{F9FCE281-816B-42F9-857F-C73901B85AA8}">
      <dgm:prSet/>
      <dgm:spPr/>
      <dgm:t>
        <a:bodyPr/>
        <a:lstStyle/>
        <a:p>
          <a:endParaRPr lang="en-US"/>
        </a:p>
      </dgm:t>
    </dgm:pt>
    <dgm:pt modelId="{544802E0-A896-471D-A9E8-677A0E887744}">
      <dgm:prSet custT="1"/>
      <dgm:spPr/>
      <dgm:t>
        <a:bodyPr/>
        <a:lstStyle/>
        <a:p>
          <a:r>
            <a:rPr lang="en-US" sz="1600" b="1" dirty="0">
              <a:latin typeface="Times New Roman" panose="02020603050405020304" pitchFamily="18" charset="0"/>
              <a:cs typeface="Times New Roman" panose="02020603050405020304" pitchFamily="18" charset="0"/>
            </a:rPr>
            <a:t>Cluster 2</a:t>
          </a:r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: Premium wines with balanced sweetness and high alcohol content.</a:t>
          </a:r>
        </a:p>
      </dgm:t>
    </dgm:pt>
    <dgm:pt modelId="{1E85C777-8242-4F13-BE81-8F5B96CB02A0}" type="parTrans" cxnId="{6F562445-B0E2-4919-BC8A-2528736E57F8}">
      <dgm:prSet/>
      <dgm:spPr/>
      <dgm:t>
        <a:bodyPr/>
        <a:lstStyle/>
        <a:p>
          <a:endParaRPr lang="en-US"/>
        </a:p>
      </dgm:t>
    </dgm:pt>
    <dgm:pt modelId="{75DB9149-448C-4BB9-884C-02A8D9B4E609}" type="sibTrans" cxnId="{6F562445-B0E2-4919-BC8A-2528736E57F8}">
      <dgm:prSet/>
      <dgm:spPr/>
      <dgm:t>
        <a:bodyPr/>
        <a:lstStyle/>
        <a:p>
          <a:endParaRPr lang="en-US"/>
        </a:p>
      </dgm:t>
    </dgm:pt>
    <dgm:pt modelId="{915D48D2-47E5-2B4C-BA67-780CA760A5E6}" type="pres">
      <dgm:prSet presAssocID="{D0A5ADA0-D3F4-41B9-BE17-299E7B4626FA}" presName="Name0" presStyleCnt="0">
        <dgm:presLayoutVars>
          <dgm:dir/>
          <dgm:animLvl val="lvl"/>
          <dgm:resizeHandles val="exact"/>
        </dgm:presLayoutVars>
      </dgm:prSet>
      <dgm:spPr/>
    </dgm:pt>
    <dgm:pt modelId="{5DB162F6-E30E-F943-88B8-BBDFA4199DD5}" type="pres">
      <dgm:prSet presAssocID="{3867B3CE-1184-4B74-8629-033BF0E532A3}" presName="linNode" presStyleCnt="0"/>
      <dgm:spPr/>
    </dgm:pt>
    <dgm:pt modelId="{A643E34D-5ED2-2B42-A12A-CCF8BFFC6F99}" type="pres">
      <dgm:prSet presAssocID="{3867B3CE-1184-4B74-8629-033BF0E532A3}" presName="parentText" presStyleLbl="alignNode1" presStyleIdx="0" presStyleCnt="2">
        <dgm:presLayoutVars>
          <dgm:chMax val="1"/>
          <dgm:bulletEnabled/>
        </dgm:presLayoutVars>
      </dgm:prSet>
      <dgm:spPr/>
    </dgm:pt>
    <dgm:pt modelId="{C7B022F8-65FD-3B4B-9B85-925419399ECC}" type="pres">
      <dgm:prSet presAssocID="{3867B3CE-1184-4B74-8629-033BF0E532A3}" presName="descendantText" presStyleLbl="alignAccFollowNode1" presStyleIdx="0" presStyleCnt="2">
        <dgm:presLayoutVars>
          <dgm:bulletEnabled/>
        </dgm:presLayoutVars>
      </dgm:prSet>
      <dgm:spPr/>
    </dgm:pt>
    <dgm:pt modelId="{829530F8-2DAC-C54C-9C53-F16EC1F696ED}" type="pres">
      <dgm:prSet presAssocID="{4F758106-EE63-4A91-BA24-985EFEAC5FEA}" presName="sp" presStyleCnt="0"/>
      <dgm:spPr/>
    </dgm:pt>
    <dgm:pt modelId="{EB47DA4D-A33A-814B-8D3C-2A47923CD10A}" type="pres">
      <dgm:prSet presAssocID="{BEF29C27-CDE0-48A1-9E8A-2F700F1CC34C}" presName="linNode" presStyleCnt="0"/>
      <dgm:spPr/>
    </dgm:pt>
    <dgm:pt modelId="{D11A5C6B-8B38-CC4B-A6DB-859A3E3F3AFA}" type="pres">
      <dgm:prSet presAssocID="{BEF29C27-CDE0-48A1-9E8A-2F700F1CC34C}" presName="parentText" presStyleLbl="alignNode1" presStyleIdx="1" presStyleCnt="2">
        <dgm:presLayoutVars>
          <dgm:chMax val="1"/>
          <dgm:bulletEnabled/>
        </dgm:presLayoutVars>
      </dgm:prSet>
      <dgm:spPr/>
    </dgm:pt>
    <dgm:pt modelId="{787B3007-44D8-EF47-9F30-296920CDED16}" type="pres">
      <dgm:prSet presAssocID="{BEF29C27-CDE0-48A1-9E8A-2F700F1CC34C}" presName="descendantText" presStyleLbl="alignAccFollowNode1" presStyleIdx="1" presStyleCnt="2">
        <dgm:presLayoutVars>
          <dgm:bulletEnabled/>
        </dgm:presLayoutVars>
      </dgm:prSet>
      <dgm:spPr/>
    </dgm:pt>
  </dgm:ptLst>
  <dgm:cxnLst>
    <dgm:cxn modelId="{9F62A723-FE0E-4129-ADAF-7F54D8D80E57}" srcId="{3867B3CE-1184-4B74-8629-033BF0E532A3}" destId="{032457D4-27AD-473B-8602-1270A78547AF}" srcOrd="0" destOrd="0" parTransId="{FB851D56-298A-4758-B2A0-CA6D796B876B}" sibTransId="{6B45E1CD-1FB5-47BD-AC99-0CC3F6617C9A}"/>
    <dgm:cxn modelId="{6F0D0B36-FB53-7341-89FD-5A0ABC82934E}" type="presOf" srcId="{3867B3CE-1184-4B74-8629-033BF0E532A3}" destId="{A643E34D-5ED2-2B42-A12A-CCF8BFFC6F99}" srcOrd="0" destOrd="0" presId="urn:microsoft.com/office/officeart/2016/7/layout/VerticalSolidActionList"/>
    <dgm:cxn modelId="{6F562445-B0E2-4919-BC8A-2528736E57F8}" srcId="{BEF29C27-CDE0-48A1-9E8A-2F700F1CC34C}" destId="{544802E0-A896-471D-A9E8-677A0E887744}" srcOrd="1" destOrd="0" parTransId="{1E85C777-8242-4F13-BE81-8F5B96CB02A0}" sibTransId="{75DB9149-448C-4BB9-884C-02A8D9B4E609}"/>
    <dgm:cxn modelId="{726AD365-8231-784C-A982-0A5EFF74F154}" type="presOf" srcId="{D0A5ADA0-D3F4-41B9-BE17-299E7B4626FA}" destId="{915D48D2-47E5-2B4C-BA67-780CA760A5E6}" srcOrd="0" destOrd="0" presId="urn:microsoft.com/office/officeart/2016/7/layout/VerticalSolidActionList"/>
    <dgm:cxn modelId="{F9FCE281-816B-42F9-857F-C73901B85AA8}" srcId="{BEF29C27-CDE0-48A1-9E8A-2F700F1CC34C}" destId="{49E2A580-6A3E-4B26-A150-E9DDE1A8FBDA}" srcOrd="0" destOrd="0" parTransId="{D9F7250F-A8B1-4BA2-A124-96147161628B}" sibTransId="{AF54277B-D512-4646-B5C0-1921E46E5A85}"/>
    <dgm:cxn modelId="{44851882-653E-47BF-94F5-D61CC5ED5353}" srcId="{3867B3CE-1184-4B74-8629-033BF0E532A3}" destId="{50EF00DF-A246-4F00-8E6D-B46B2D86E407}" srcOrd="1" destOrd="0" parTransId="{AA65C3FF-405E-492D-BAA0-22F1DC811ABA}" sibTransId="{DD47E65B-021D-4B25-B7CE-B4C66A91696C}"/>
    <dgm:cxn modelId="{9F1C3997-58B2-CD4F-A087-B7C45DA95041}" type="presOf" srcId="{49E2A580-6A3E-4B26-A150-E9DDE1A8FBDA}" destId="{787B3007-44D8-EF47-9F30-296920CDED16}" srcOrd="0" destOrd="0" presId="urn:microsoft.com/office/officeart/2016/7/layout/VerticalSolidActionList"/>
    <dgm:cxn modelId="{198CA89B-E94F-8941-BB2A-D6CA6878F8A6}" type="presOf" srcId="{544802E0-A896-471D-A9E8-677A0E887744}" destId="{787B3007-44D8-EF47-9F30-296920CDED16}" srcOrd="0" destOrd="1" presId="urn:microsoft.com/office/officeart/2016/7/layout/VerticalSolidActionList"/>
    <dgm:cxn modelId="{FD1C82A7-001C-4F96-8DBF-41FB8E7227D8}" srcId="{D0A5ADA0-D3F4-41B9-BE17-299E7B4626FA}" destId="{3867B3CE-1184-4B74-8629-033BF0E532A3}" srcOrd="0" destOrd="0" parTransId="{2C87AFF3-5F39-40E1-9686-6959A49E3A6F}" sibTransId="{4F758106-EE63-4A91-BA24-985EFEAC5FEA}"/>
    <dgm:cxn modelId="{402829A9-91D9-184B-9DE3-D03ED6C3C290}" type="presOf" srcId="{BEF29C27-CDE0-48A1-9E8A-2F700F1CC34C}" destId="{D11A5C6B-8B38-CC4B-A6DB-859A3E3F3AFA}" srcOrd="0" destOrd="0" presId="urn:microsoft.com/office/officeart/2016/7/layout/VerticalSolidActionList"/>
    <dgm:cxn modelId="{C63294C6-5980-4AA6-B5CD-7B7E88185E45}" srcId="{D0A5ADA0-D3F4-41B9-BE17-299E7B4626FA}" destId="{BEF29C27-CDE0-48A1-9E8A-2F700F1CC34C}" srcOrd="1" destOrd="0" parTransId="{84C682C4-997D-4916-AED5-E0DD0EC6333A}" sibTransId="{AF8E38B8-F88D-4766-AF91-333E0F291B76}"/>
    <dgm:cxn modelId="{B089D7E1-5856-1A40-BB4C-8EA2117C0FE0}" type="presOf" srcId="{032457D4-27AD-473B-8602-1270A78547AF}" destId="{C7B022F8-65FD-3B4B-9B85-925419399ECC}" srcOrd="0" destOrd="0" presId="urn:microsoft.com/office/officeart/2016/7/layout/VerticalSolidActionList"/>
    <dgm:cxn modelId="{73F82FE5-B91B-8649-9957-167CBE2E4744}" type="presOf" srcId="{50EF00DF-A246-4F00-8E6D-B46B2D86E407}" destId="{C7B022F8-65FD-3B4B-9B85-925419399ECC}" srcOrd="0" destOrd="1" presId="urn:microsoft.com/office/officeart/2016/7/layout/VerticalSolidActionList"/>
    <dgm:cxn modelId="{E64B01DA-8E23-8B4B-9F82-FB86F5346E84}" type="presParOf" srcId="{915D48D2-47E5-2B4C-BA67-780CA760A5E6}" destId="{5DB162F6-E30E-F943-88B8-BBDFA4199DD5}" srcOrd="0" destOrd="0" presId="urn:microsoft.com/office/officeart/2016/7/layout/VerticalSolidActionList"/>
    <dgm:cxn modelId="{7C7CB220-61C9-6E44-A8A1-7A522B05EAF1}" type="presParOf" srcId="{5DB162F6-E30E-F943-88B8-BBDFA4199DD5}" destId="{A643E34D-5ED2-2B42-A12A-CCF8BFFC6F99}" srcOrd="0" destOrd="0" presId="urn:microsoft.com/office/officeart/2016/7/layout/VerticalSolidActionList"/>
    <dgm:cxn modelId="{215FD064-3767-0A48-AD2F-85B7DC58B4CF}" type="presParOf" srcId="{5DB162F6-E30E-F943-88B8-BBDFA4199DD5}" destId="{C7B022F8-65FD-3B4B-9B85-925419399ECC}" srcOrd="1" destOrd="0" presId="urn:microsoft.com/office/officeart/2016/7/layout/VerticalSolidActionList"/>
    <dgm:cxn modelId="{791CE03D-4ABB-0A40-8476-77B10A588943}" type="presParOf" srcId="{915D48D2-47E5-2B4C-BA67-780CA760A5E6}" destId="{829530F8-2DAC-C54C-9C53-F16EC1F696ED}" srcOrd="1" destOrd="0" presId="urn:microsoft.com/office/officeart/2016/7/layout/VerticalSolidActionList"/>
    <dgm:cxn modelId="{D01A9308-903B-B84C-BC79-FC3ED64CBEA8}" type="presParOf" srcId="{915D48D2-47E5-2B4C-BA67-780CA760A5E6}" destId="{EB47DA4D-A33A-814B-8D3C-2A47923CD10A}" srcOrd="2" destOrd="0" presId="urn:microsoft.com/office/officeart/2016/7/layout/VerticalSolidActionList"/>
    <dgm:cxn modelId="{5F3583FD-D70C-E448-915E-86766ED74260}" type="presParOf" srcId="{EB47DA4D-A33A-814B-8D3C-2A47923CD10A}" destId="{D11A5C6B-8B38-CC4B-A6DB-859A3E3F3AFA}" srcOrd="0" destOrd="0" presId="urn:microsoft.com/office/officeart/2016/7/layout/VerticalSolidActionList"/>
    <dgm:cxn modelId="{6758EB39-E4C8-364A-964D-D58F9820BAB2}" type="presParOf" srcId="{EB47DA4D-A33A-814B-8D3C-2A47923CD10A}" destId="{787B3007-44D8-EF47-9F30-296920CDED1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AC23ED-091E-4FDA-86A6-E644611651A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DCF1CF2-1C49-4F8F-9FE1-73D37DFD2112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Imbalanced quality scores (majority of wines rated 5 or 6) may have influenced model performance.</a:t>
          </a:r>
        </a:p>
      </dgm:t>
    </dgm:pt>
    <dgm:pt modelId="{72E4DC52-4FA3-4F02-ACEB-3B35988E4C57}" type="parTrans" cxnId="{970187BD-752F-4B74-BE46-25DBA1F591CE}">
      <dgm:prSet/>
      <dgm:spPr/>
      <dgm:t>
        <a:bodyPr/>
        <a:lstStyle/>
        <a:p>
          <a:endParaRPr lang="en-US"/>
        </a:p>
      </dgm:t>
    </dgm:pt>
    <dgm:pt modelId="{C656E727-1E89-461B-ACF0-8A593C8DBC97}" type="sibTrans" cxnId="{970187BD-752F-4B74-BE46-25DBA1F591CE}">
      <dgm:prSet/>
      <dgm:spPr/>
      <dgm:t>
        <a:bodyPr/>
        <a:lstStyle/>
        <a:p>
          <a:endParaRPr lang="en-US"/>
        </a:p>
      </dgm:t>
    </dgm:pt>
    <dgm:pt modelId="{4A54EB0E-6EA1-4DC2-9F93-961D3F02A66E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DBSCAN clustering struggled with sparse clusters due to dataset size and feature distribution.</a:t>
          </a:r>
        </a:p>
      </dgm:t>
    </dgm:pt>
    <dgm:pt modelId="{BB73FA2A-D97B-4A1A-B0F4-7D4197DD370F}" type="parTrans" cxnId="{5BEAF338-3F6A-41FC-945C-3E74E227D6F0}">
      <dgm:prSet/>
      <dgm:spPr/>
      <dgm:t>
        <a:bodyPr/>
        <a:lstStyle/>
        <a:p>
          <a:endParaRPr lang="en-US"/>
        </a:p>
      </dgm:t>
    </dgm:pt>
    <dgm:pt modelId="{619C83C6-E6B3-417F-81CD-28A4C92E5891}" type="sibTrans" cxnId="{5BEAF338-3F6A-41FC-945C-3E74E227D6F0}">
      <dgm:prSet/>
      <dgm:spPr/>
      <dgm:t>
        <a:bodyPr/>
        <a:lstStyle/>
        <a:p>
          <a:endParaRPr lang="en-US"/>
        </a:p>
      </dgm:t>
    </dgm:pt>
    <dgm:pt modelId="{B4FB303C-E1C3-5F45-84C9-5DF4D2308EC6}" type="pres">
      <dgm:prSet presAssocID="{93AC23ED-091E-4FDA-86A6-E644611651A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F3A7DCF-C628-BD46-9E95-4A60A57E9FF8}" type="pres">
      <dgm:prSet presAssocID="{1DCF1CF2-1C49-4F8F-9FE1-73D37DFD2112}" presName="hierRoot1" presStyleCnt="0"/>
      <dgm:spPr/>
    </dgm:pt>
    <dgm:pt modelId="{F16690A7-E46A-E24A-BEB2-136B115192E3}" type="pres">
      <dgm:prSet presAssocID="{1DCF1CF2-1C49-4F8F-9FE1-73D37DFD2112}" presName="composite" presStyleCnt="0"/>
      <dgm:spPr/>
    </dgm:pt>
    <dgm:pt modelId="{AE4B3670-BDB2-0B4E-B3B3-6DFDE8709282}" type="pres">
      <dgm:prSet presAssocID="{1DCF1CF2-1C49-4F8F-9FE1-73D37DFD2112}" presName="background" presStyleLbl="node0" presStyleIdx="0" presStyleCnt="2"/>
      <dgm:spPr/>
    </dgm:pt>
    <dgm:pt modelId="{D416D231-00ED-1248-ACA1-86E4690D68CF}" type="pres">
      <dgm:prSet presAssocID="{1DCF1CF2-1C49-4F8F-9FE1-73D37DFD2112}" presName="text" presStyleLbl="fgAcc0" presStyleIdx="0" presStyleCnt="2">
        <dgm:presLayoutVars>
          <dgm:chPref val="3"/>
        </dgm:presLayoutVars>
      </dgm:prSet>
      <dgm:spPr/>
    </dgm:pt>
    <dgm:pt modelId="{F8775578-6128-B845-93FE-05D20E1142DF}" type="pres">
      <dgm:prSet presAssocID="{1DCF1CF2-1C49-4F8F-9FE1-73D37DFD2112}" presName="hierChild2" presStyleCnt="0"/>
      <dgm:spPr/>
    </dgm:pt>
    <dgm:pt modelId="{1620B507-F277-2C4A-B703-4B098ADAB97F}" type="pres">
      <dgm:prSet presAssocID="{4A54EB0E-6EA1-4DC2-9F93-961D3F02A66E}" presName="hierRoot1" presStyleCnt="0"/>
      <dgm:spPr/>
    </dgm:pt>
    <dgm:pt modelId="{A64946C5-6074-5345-9106-1782D7E01445}" type="pres">
      <dgm:prSet presAssocID="{4A54EB0E-6EA1-4DC2-9F93-961D3F02A66E}" presName="composite" presStyleCnt="0"/>
      <dgm:spPr/>
    </dgm:pt>
    <dgm:pt modelId="{938AF8C0-EA80-D94E-8C99-92CD84223869}" type="pres">
      <dgm:prSet presAssocID="{4A54EB0E-6EA1-4DC2-9F93-961D3F02A66E}" presName="background" presStyleLbl="node0" presStyleIdx="1" presStyleCnt="2"/>
      <dgm:spPr/>
    </dgm:pt>
    <dgm:pt modelId="{A63A1A01-A867-3440-9FEF-73C230836277}" type="pres">
      <dgm:prSet presAssocID="{4A54EB0E-6EA1-4DC2-9F93-961D3F02A66E}" presName="text" presStyleLbl="fgAcc0" presStyleIdx="1" presStyleCnt="2">
        <dgm:presLayoutVars>
          <dgm:chPref val="3"/>
        </dgm:presLayoutVars>
      </dgm:prSet>
      <dgm:spPr/>
    </dgm:pt>
    <dgm:pt modelId="{9F8F769C-E3B6-3447-B265-83795C9A769E}" type="pres">
      <dgm:prSet presAssocID="{4A54EB0E-6EA1-4DC2-9F93-961D3F02A66E}" presName="hierChild2" presStyleCnt="0"/>
      <dgm:spPr/>
    </dgm:pt>
  </dgm:ptLst>
  <dgm:cxnLst>
    <dgm:cxn modelId="{A5395D18-027E-0C4A-9CAD-25AFFCBE18B0}" type="presOf" srcId="{4A54EB0E-6EA1-4DC2-9F93-961D3F02A66E}" destId="{A63A1A01-A867-3440-9FEF-73C230836277}" srcOrd="0" destOrd="0" presId="urn:microsoft.com/office/officeart/2005/8/layout/hierarchy1"/>
    <dgm:cxn modelId="{5BEAF338-3F6A-41FC-945C-3E74E227D6F0}" srcId="{93AC23ED-091E-4FDA-86A6-E644611651A4}" destId="{4A54EB0E-6EA1-4DC2-9F93-961D3F02A66E}" srcOrd="1" destOrd="0" parTransId="{BB73FA2A-D97B-4A1A-B0F4-7D4197DD370F}" sibTransId="{619C83C6-E6B3-417F-81CD-28A4C92E5891}"/>
    <dgm:cxn modelId="{40F54960-8E58-1944-BDB9-5F41BD162F58}" type="presOf" srcId="{93AC23ED-091E-4FDA-86A6-E644611651A4}" destId="{B4FB303C-E1C3-5F45-84C9-5DF4D2308EC6}" srcOrd="0" destOrd="0" presId="urn:microsoft.com/office/officeart/2005/8/layout/hierarchy1"/>
    <dgm:cxn modelId="{59581D75-7ABB-874F-997C-28FD81800266}" type="presOf" srcId="{1DCF1CF2-1C49-4F8F-9FE1-73D37DFD2112}" destId="{D416D231-00ED-1248-ACA1-86E4690D68CF}" srcOrd="0" destOrd="0" presId="urn:microsoft.com/office/officeart/2005/8/layout/hierarchy1"/>
    <dgm:cxn modelId="{970187BD-752F-4B74-BE46-25DBA1F591CE}" srcId="{93AC23ED-091E-4FDA-86A6-E644611651A4}" destId="{1DCF1CF2-1C49-4F8F-9FE1-73D37DFD2112}" srcOrd="0" destOrd="0" parTransId="{72E4DC52-4FA3-4F02-ACEB-3B35988E4C57}" sibTransId="{C656E727-1E89-461B-ACF0-8A593C8DBC97}"/>
    <dgm:cxn modelId="{3E0AD71E-25AA-DD4F-8A1C-D572D4640889}" type="presParOf" srcId="{B4FB303C-E1C3-5F45-84C9-5DF4D2308EC6}" destId="{5F3A7DCF-C628-BD46-9E95-4A60A57E9FF8}" srcOrd="0" destOrd="0" presId="urn:microsoft.com/office/officeart/2005/8/layout/hierarchy1"/>
    <dgm:cxn modelId="{12366EE0-C585-C04E-9631-92DC86274A54}" type="presParOf" srcId="{5F3A7DCF-C628-BD46-9E95-4A60A57E9FF8}" destId="{F16690A7-E46A-E24A-BEB2-136B115192E3}" srcOrd="0" destOrd="0" presId="urn:microsoft.com/office/officeart/2005/8/layout/hierarchy1"/>
    <dgm:cxn modelId="{E72525BD-808A-E54B-8676-F742511B1D65}" type="presParOf" srcId="{F16690A7-E46A-E24A-BEB2-136B115192E3}" destId="{AE4B3670-BDB2-0B4E-B3B3-6DFDE8709282}" srcOrd="0" destOrd="0" presId="urn:microsoft.com/office/officeart/2005/8/layout/hierarchy1"/>
    <dgm:cxn modelId="{7AE31E16-B445-7241-9594-15433D223A51}" type="presParOf" srcId="{F16690A7-E46A-E24A-BEB2-136B115192E3}" destId="{D416D231-00ED-1248-ACA1-86E4690D68CF}" srcOrd="1" destOrd="0" presId="urn:microsoft.com/office/officeart/2005/8/layout/hierarchy1"/>
    <dgm:cxn modelId="{6CFFD85D-DAB3-6B49-AEAE-A38EF52EBB99}" type="presParOf" srcId="{5F3A7DCF-C628-BD46-9E95-4A60A57E9FF8}" destId="{F8775578-6128-B845-93FE-05D20E1142DF}" srcOrd="1" destOrd="0" presId="urn:microsoft.com/office/officeart/2005/8/layout/hierarchy1"/>
    <dgm:cxn modelId="{D8196917-0E54-1940-A005-5E0C4E834DE2}" type="presParOf" srcId="{B4FB303C-E1C3-5F45-84C9-5DF4D2308EC6}" destId="{1620B507-F277-2C4A-B703-4B098ADAB97F}" srcOrd="1" destOrd="0" presId="urn:microsoft.com/office/officeart/2005/8/layout/hierarchy1"/>
    <dgm:cxn modelId="{2E62506D-73A0-594D-8437-190C051B7AA7}" type="presParOf" srcId="{1620B507-F277-2C4A-B703-4B098ADAB97F}" destId="{A64946C5-6074-5345-9106-1782D7E01445}" srcOrd="0" destOrd="0" presId="urn:microsoft.com/office/officeart/2005/8/layout/hierarchy1"/>
    <dgm:cxn modelId="{9BBDCD7E-849F-C64D-B225-69030DCD0033}" type="presParOf" srcId="{A64946C5-6074-5345-9106-1782D7E01445}" destId="{938AF8C0-EA80-D94E-8C99-92CD84223869}" srcOrd="0" destOrd="0" presId="urn:microsoft.com/office/officeart/2005/8/layout/hierarchy1"/>
    <dgm:cxn modelId="{347692F9-88CF-1D41-BEF9-9AB26CFC05DE}" type="presParOf" srcId="{A64946C5-6074-5345-9106-1782D7E01445}" destId="{A63A1A01-A867-3440-9FEF-73C230836277}" srcOrd="1" destOrd="0" presId="urn:microsoft.com/office/officeart/2005/8/layout/hierarchy1"/>
    <dgm:cxn modelId="{D037770D-BD45-9C45-9364-6B8596613723}" type="presParOf" srcId="{1620B507-F277-2C4A-B703-4B098ADAB97F}" destId="{9F8F769C-E3B6-3447-B265-83795C9A769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2679E4-CC3D-4F5E-AF44-61B229E88BD3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95E8F7E-3453-4F4A-9942-859A5401C653}">
      <dgm:prSet custT="1"/>
      <dgm:spPr/>
      <dgm:t>
        <a:bodyPr/>
        <a:lstStyle/>
        <a:p>
          <a:r>
            <a:rPr lang="en-US" sz="1500" dirty="0">
              <a:latin typeface="+mn-lt"/>
              <a:cs typeface="Times New Roman" panose="02020603050405020304" pitchFamily="18" charset="0"/>
            </a:rPr>
            <a:t>Use advanced feature selection techniques to improve predictive accuracy further.</a:t>
          </a:r>
        </a:p>
      </dgm:t>
    </dgm:pt>
    <dgm:pt modelId="{DCC229E5-ABEB-41CD-8341-894FE4F4F9C1}" type="parTrans" cxnId="{8A7C18DE-A257-4FAF-9562-AB9538C7DE72}">
      <dgm:prSet/>
      <dgm:spPr/>
      <dgm:t>
        <a:bodyPr/>
        <a:lstStyle/>
        <a:p>
          <a:endParaRPr lang="en-US"/>
        </a:p>
      </dgm:t>
    </dgm:pt>
    <dgm:pt modelId="{6E03B645-2B3F-48D6-B20C-4B509C34AE67}" type="sibTrans" cxnId="{8A7C18DE-A257-4FAF-9562-AB9538C7DE72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E50B4678-1826-4C9D-8762-048FFD2BE7BE}">
      <dgm:prSet custT="1"/>
      <dgm:spPr/>
      <dgm:t>
        <a:bodyPr/>
        <a:lstStyle/>
        <a:p>
          <a:r>
            <a:rPr lang="en-US" sz="1500" dirty="0"/>
            <a:t>Collect more diverse data to balance the distribution of quality ratings.</a:t>
          </a:r>
        </a:p>
      </dgm:t>
    </dgm:pt>
    <dgm:pt modelId="{B923C2AA-C361-4791-B4AA-047E7A2E826D}" type="parTrans" cxnId="{903B4D32-3E20-4DF9-A439-8716DEF2A835}">
      <dgm:prSet/>
      <dgm:spPr/>
      <dgm:t>
        <a:bodyPr/>
        <a:lstStyle/>
        <a:p>
          <a:endParaRPr lang="en-US"/>
        </a:p>
      </dgm:t>
    </dgm:pt>
    <dgm:pt modelId="{8ECD5A29-8B66-4409-BFC2-2515A89616C6}" type="sibTrans" cxnId="{903B4D32-3E20-4DF9-A439-8716DEF2A83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2AA18A6-A25E-48CA-B9FD-ADA15D22DDBC}">
      <dgm:prSet custT="1"/>
      <dgm:spPr/>
      <dgm:t>
        <a:bodyPr/>
        <a:lstStyle/>
        <a:p>
          <a:r>
            <a:rPr lang="en-US" sz="1500" dirty="0"/>
            <a:t>Explore ensemble clustering methods for better segmentation.</a:t>
          </a:r>
        </a:p>
      </dgm:t>
    </dgm:pt>
    <dgm:pt modelId="{B2C0F7C6-2885-4674-B534-069F13CF1EA6}" type="parTrans" cxnId="{E6948918-FD58-4014-B459-D0F814085A46}">
      <dgm:prSet/>
      <dgm:spPr/>
      <dgm:t>
        <a:bodyPr/>
        <a:lstStyle/>
        <a:p>
          <a:endParaRPr lang="en-US"/>
        </a:p>
      </dgm:t>
    </dgm:pt>
    <dgm:pt modelId="{048D8828-FDB0-47E4-930D-7340F29EF34A}" type="sibTrans" cxnId="{E6948918-FD58-4014-B459-D0F814085A4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718AA166-B508-5D4C-9248-596FA568D36D}" type="pres">
      <dgm:prSet presAssocID="{482679E4-CC3D-4F5E-AF44-61B229E88BD3}" presName="linearFlow" presStyleCnt="0">
        <dgm:presLayoutVars>
          <dgm:dir/>
          <dgm:animLvl val="lvl"/>
          <dgm:resizeHandles val="exact"/>
        </dgm:presLayoutVars>
      </dgm:prSet>
      <dgm:spPr/>
    </dgm:pt>
    <dgm:pt modelId="{322A35F4-E306-384A-A026-A2F75B5BD242}" type="pres">
      <dgm:prSet presAssocID="{695E8F7E-3453-4F4A-9942-859A5401C653}" presName="compositeNode" presStyleCnt="0"/>
      <dgm:spPr/>
    </dgm:pt>
    <dgm:pt modelId="{CD6E2DF9-3F26-6E41-94DA-A91B37885707}" type="pres">
      <dgm:prSet presAssocID="{695E8F7E-3453-4F4A-9942-859A5401C653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11B1A6F-C1AE-DB44-95FA-65C53542C125}" type="pres">
      <dgm:prSet presAssocID="{695E8F7E-3453-4F4A-9942-859A5401C653}" presName="parSh" presStyleCnt="0"/>
      <dgm:spPr/>
    </dgm:pt>
    <dgm:pt modelId="{5061A8FC-00C3-D841-98FA-6F530E8A7EF3}" type="pres">
      <dgm:prSet presAssocID="{695E8F7E-3453-4F4A-9942-859A5401C653}" presName="lineNode" presStyleLbl="alignAccFollowNode1" presStyleIdx="0" presStyleCnt="9"/>
      <dgm:spPr/>
    </dgm:pt>
    <dgm:pt modelId="{925965FA-B824-3545-A335-25CE2FAB5266}" type="pres">
      <dgm:prSet presAssocID="{695E8F7E-3453-4F4A-9942-859A5401C653}" presName="lineArrowNode" presStyleLbl="alignAccFollowNode1" presStyleIdx="1" presStyleCnt="9"/>
      <dgm:spPr/>
    </dgm:pt>
    <dgm:pt modelId="{64CAAB61-F74D-304D-BE8C-83C91AFAE239}" type="pres">
      <dgm:prSet presAssocID="{6E03B645-2B3F-48D6-B20C-4B509C34AE67}" presName="sibTransNodeCircle" presStyleLbl="alignNode1" presStyleIdx="0" presStyleCnt="3">
        <dgm:presLayoutVars>
          <dgm:chMax val="0"/>
          <dgm:bulletEnabled/>
        </dgm:presLayoutVars>
      </dgm:prSet>
      <dgm:spPr/>
    </dgm:pt>
    <dgm:pt modelId="{9487B38C-6472-504F-902E-83F5334DCE8F}" type="pres">
      <dgm:prSet presAssocID="{6E03B645-2B3F-48D6-B20C-4B509C34AE67}" presName="spacerBetweenCircleAndCallout" presStyleCnt="0">
        <dgm:presLayoutVars/>
      </dgm:prSet>
      <dgm:spPr/>
    </dgm:pt>
    <dgm:pt modelId="{E9D97B68-BE53-E640-8CC7-7FA10FF39A22}" type="pres">
      <dgm:prSet presAssocID="{695E8F7E-3453-4F4A-9942-859A5401C653}" presName="nodeText" presStyleLbl="alignAccFollowNode1" presStyleIdx="2" presStyleCnt="9">
        <dgm:presLayoutVars>
          <dgm:bulletEnabled val="1"/>
        </dgm:presLayoutVars>
      </dgm:prSet>
      <dgm:spPr/>
    </dgm:pt>
    <dgm:pt modelId="{EAE6FABA-42EB-2A47-ACA5-153654AFA092}" type="pres">
      <dgm:prSet presAssocID="{6E03B645-2B3F-48D6-B20C-4B509C34AE67}" presName="sibTransComposite" presStyleCnt="0"/>
      <dgm:spPr/>
    </dgm:pt>
    <dgm:pt modelId="{0CE049CE-7833-F44F-93BD-ED17FA595369}" type="pres">
      <dgm:prSet presAssocID="{E50B4678-1826-4C9D-8762-048FFD2BE7BE}" presName="compositeNode" presStyleCnt="0"/>
      <dgm:spPr/>
    </dgm:pt>
    <dgm:pt modelId="{436E925D-6EBD-1049-BAC3-079B4BA164C5}" type="pres">
      <dgm:prSet presAssocID="{E50B4678-1826-4C9D-8762-048FFD2BE7B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A45B2C3-56E7-0C49-8581-1C59BEB2E536}" type="pres">
      <dgm:prSet presAssocID="{E50B4678-1826-4C9D-8762-048FFD2BE7BE}" presName="parSh" presStyleCnt="0"/>
      <dgm:spPr/>
    </dgm:pt>
    <dgm:pt modelId="{441242A7-8380-3A41-8287-74CC80CA5B10}" type="pres">
      <dgm:prSet presAssocID="{E50B4678-1826-4C9D-8762-048FFD2BE7BE}" presName="lineNode" presStyleLbl="alignAccFollowNode1" presStyleIdx="3" presStyleCnt="9"/>
      <dgm:spPr/>
    </dgm:pt>
    <dgm:pt modelId="{A3C51022-DFD8-424B-8ECD-F12E99FD1FA4}" type="pres">
      <dgm:prSet presAssocID="{E50B4678-1826-4C9D-8762-048FFD2BE7BE}" presName="lineArrowNode" presStyleLbl="alignAccFollowNode1" presStyleIdx="4" presStyleCnt="9"/>
      <dgm:spPr/>
    </dgm:pt>
    <dgm:pt modelId="{33F6F1A2-7F73-D34D-B39C-99FE8F23C211}" type="pres">
      <dgm:prSet presAssocID="{8ECD5A29-8B66-4409-BFC2-2515A89616C6}" presName="sibTransNodeCircle" presStyleLbl="alignNode1" presStyleIdx="1" presStyleCnt="3">
        <dgm:presLayoutVars>
          <dgm:chMax val="0"/>
          <dgm:bulletEnabled/>
        </dgm:presLayoutVars>
      </dgm:prSet>
      <dgm:spPr/>
    </dgm:pt>
    <dgm:pt modelId="{55722DCA-3D0D-9940-BE51-2A2ABC096133}" type="pres">
      <dgm:prSet presAssocID="{8ECD5A29-8B66-4409-BFC2-2515A89616C6}" presName="spacerBetweenCircleAndCallout" presStyleCnt="0">
        <dgm:presLayoutVars/>
      </dgm:prSet>
      <dgm:spPr/>
    </dgm:pt>
    <dgm:pt modelId="{5D2AEE0A-66B8-6645-8789-A2D8A178F59C}" type="pres">
      <dgm:prSet presAssocID="{E50B4678-1826-4C9D-8762-048FFD2BE7BE}" presName="nodeText" presStyleLbl="alignAccFollowNode1" presStyleIdx="5" presStyleCnt="9">
        <dgm:presLayoutVars>
          <dgm:bulletEnabled val="1"/>
        </dgm:presLayoutVars>
      </dgm:prSet>
      <dgm:spPr/>
    </dgm:pt>
    <dgm:pt modelId="{A22AB294-01EC-814C-BDE9-0575C2965516}" type="pres">
      <dgm:prSet presAssocID="{8ECD5A29-8B66-4409-BFC2-2515A89616C6}" presName="sibTransComposite" presStyleCnt="0"/>
      <dgm:spPr/>
    </dgm:pt>
    <dgm:pt modelId="{6D2B1D7E-E626-F243-B796-999FF22E0BAA}" type="pres">
      <dgm:prSet presAssocID="{E2AA18A6-A25E-48CA-B9FD-ADA15D22DDBC}" presName="compositeNode" presStyleCnt="0"/>
      <dgm:spPr/>
    </dgm:pt>
    <dgm:pt modelId="{74F442B6-8709-E745-91D0-9C0F773CA0BA}" type="pres">
      <dgm:prSet presAssocID="{E2AA18A6-A25E-48CA-B9FD-ADA15D22DDB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1461F68-B299-7E4A-8EBC-DFC8C572F2BB}" type="pres">
      <dgm:prSet presAssocID="{E2AA18A6-A25E-48CA-B9FD-ADA15D22DDBC}" presName="parSh" presStyleCnt="0"/>
      <dgm:spPr/>
    </dgm:pt>
    <dgm:pt modelId="{75164DD9-C44F-A048-96ED-9A695B27B25B}" type="pres">
      <dgm:prSet presAssocID="{E2AA18A6-A25E-48CA-B9FD-ADA15D22DDBC}" presName="lineNode" presStyleLbl="alignAccFollowNode1" presStyleIdx="6" presStyleCnt="9"/>
      <dgm:spPr/>
    </dgm:pt>
    <dgm:pt modelId="{4678DD9C-B320-0A4F-AA34-FE5D6F5763BC}" type="pres">
      <dgm:prSet presAssocID="{E2AA18A6-A25E-48CA-B9FD-ADA15D22DDBC}" presName="lineArrowNode" presStyleLbl="alignAccFollowNode1" presStyleIdx="7" presStyleCnt="9"/>
      <dgm:spPr/>
    </dgm:pt>
    <dgm:pt modelId="{BF70810C-5CEA-0F41-99E5-01345E5A5A69}" type="pres">
      <dgm:prSet presAssocID="{048D8828-FDB0-47E4-930D-7340F29EF34A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E87AA581-3B3F-6340-A637-58F0F2F40E82}" type="pres">
      <dgm:prSet presAssocID="{048D8828-FDB0-47E4-930D-7340F29EF34A}" presName="spacerBetweenCircleAndCallout" presStyleCnt="0">
        <dgm:presLayoutVars/>
      </dgm:prSet>
      <dgm:spPr/>
    </dgm:pt>
    <dgm:pt modelId="{59B41740-5340-FD44-8930-0A7006409F78}" type="pres">
      <dgm:prSet presAssocID="{E2AA18A6-A25E-48CA-B9FD-ADA15D22DDBC}" presName="nodeText" presStyleLbl="alignAccFollowNode1" presStyleIdx="8" presStyleCnt="9">
        <dgm:presLayoutVars>
          <dgm:bulletEnabled val="1"/>
        </dgm:presLayoutVars>
      </dgm:prSet>
      <dgm:spPr/>
    </dgm:pt>
  </dgm:ptLst>
  <dgm:cxnLst>
    <dgm:cxn modelId="{B2B17614-8BCC-B148-A8E9-B0004E97CC55}" type="presOf" srcId="{E2AA18A6-A25E-48CA-B9FD-ADA15D22DDBC}" destId="{59B41740-5340-FD44-8930-0A7006409F78}" srcOrd="0" destOrd="0" presId="urn:microsoft.com/office/officeart/2016/7/layout/LinearArrowProcessNumbered"/>
    <dgm:cxn modelId="{E6948918-FD58-4014-B459-D0F814085A46}" srcId="{482679E4-CC3D-4F5E-AF44-61B229E88BD3}" destId="{E2AA18A6-A25E-48CA-B9FD-ADA15D22DDBC}" srcOrd="2" destOrd="0" parTransId="{B2C0F7C6-2885-4674-B534-069F13CF1EA6}" sibTransId="{048D8828-FDB0-47E4-930D-7340F29EF34A}"/>
    <dgm:cxn modelId="{6F04DE29-9D02-F040-91B9-5C435F5CEABF}" type="presOf" srcId="{482679E4-CC3D-4F5E-AF44-61B229E88BD3}" destId="{718AA166-B508-5D4C-9248-596FA568D36D}" srcOrd="0" destOrd="0" presId="urn:microsoft.com/office/officeart/2016/7/layout/LinearArrowProcessNumbered"/>
    <dgm:cxn modelId="{903B4D32-3E20-4DF9-A439-8716DEF2A835}" srcId="{482679E4-CC3D-4F5E-AF44-61B229E88BD3}" destId="{E50B4678-1826-4C9D-8762-048FFD2BE7BE}" srcOrd="1" destOrd="0" parTransId="{B923C2AA-C361-4791-B4AA-047E7A2E826D}" sibTransId="{8ECD5A29-8B66-4409-BFC2-2515A89616C6}"/>
    <dgm:cxn modelId="{A482A868-DCC2-D841-B2DA-FEB1DDD43804}" type="presOf" srcId="{048D8828-FDB0-47E4-930D-7340F29EF34A}" destId="{BF70810C-5CEA-0F41-99E5-01345E5A5A69}" srcOrd="0" destOrd="0" presId="urn:microsoft.com/office/officeart/2016/7/layout/LinearArrowProcessNumbered"/>
    <dgm:cxn modelId="{77DC5D78-134A-6443-9F37-770FAE583EDA}" type="presOf" srcId="{8ECD5A29-8B66-4409-BFC2-2515A89616C6}" destId="{33F6F1A2-7F73-D34D-B39C-99FE8F23C211}" srcOrd="0" destOrd="0" presId="urn:microsoft.com/office/officeart/2016/7/layout/LinearArrowProcessNumbered"/>
    <dgm:cxn modelId="{8A7C18DE-A257-4FAF-9562-AB9538C7DE72}" srcId="{482679E4-CC3D-4F5E-AF44-61B229E88BD3}" destId="{695E8F7E-3453-4F4A-9942-859A5401C653}" srcOrd="0" destOrd="0" parTransId="{DCC229E5-ABEB-41CD-8341-894FE4F4F9C1}" sibTransId="{6E03B645-2B3F-48D6-B20C-4B509C34AE67}"/>
    <dgm:cxn modelId="{C0E646E0-CE5D-EA4D-B14F-E35B96DBCC54}" type="presOf" srcId="{6E03B645-2B3F-48D6-B20C-4B509C34AE67}" destId="{64CAAB61-F74D-304D-BE8C-83C91AFAE239}" srcOrd="0" destOrd="0" presId="urn:microsoft.com/office/officeart/2016/7/layout/LinearArrowProcessNumbered"/>
    <dgm:cxn modelId="{DD6BC8EB-D30D-024B-9BC0-6A4C3E6E3DDC}" type="presOf" srcId="{E50B4678-1826-4C9D-8762-048FFD2BE7BE}" destId="{5D2AEE0A-66B8-6645-8789-A2D8A178F59C}" srcOrd="0" destOrd="0" presId="urn:microsoft.com/office/officeart/2016/7/layout/LinearArrowProcessNumbered"/>
    <dgm:cxn modelId="{AF64E2F3-F5A2-FA47-B28C-D96A8A8FDE02}" type="presOf" srcId="{695E8F7E-3453-4F4A-9942-859A5401C653}" destId="{E9D97B68-BE53-E640-8CC7-7FA10FF39A22}" srcOrd="0" destOrd="0" presId="urn:microsoft.com/office/officeart/2016/7/layout/LinearArrowProcessNumbered"/>
    <dgm:cxn modelId="{621D7B8B-F75D-124A-9369-26617C6D5204}" type="presParOf" srcId="{718AA166-B508-5D4C-9248-596FA568D36D}" destId="{322A35F4-E306-384A-A026-A2F75B5BD242}" srcOrd="0" destOrd="0" presId="urn:microsoft.com/office/officeart/2016/7/layout/LinearArrowProcessNumbered"/>
    <dgm:cxn modelId="{49FEB0A6-0B1E-8C4E-BDE9-36840A4AD8ED}" type="presParOf" srcId="{322A35F4-E306-384A-A026-A2F75B5BD242}" destId="{CD6E2DF9-3F26-6E41-94DA-A91B37885707}" srcOrd="0" destOrd="0" presId="urn:microsoft.com/office/officeart/2016/7/layout/LinearArrowProcessNumbered"/>
    <dgm:cxn modelId="{68FC2039-4C4D-0040-9EDB-707E437ECCB9}" type="presParOf" srcId="{322A35F4-E306-384A-A026-A2F75B5BD242}" destId="{211B1A6F-C1AE-DB44-95FA-65C53542C125}" srcOrd="1" destOrd="0" presId="urn:microsoft.com/office/officeart/2016/7/layout/LinearArrowProcessNumbered"/>
    <dgm:cxn modelId="{F36125F7-A3C9-C24D-97E0-7E206D6DC826}" type="presParOf" srcId="{211B1A6F-C1AE-DB44-95FA-65C53542C125}" destId="{5061A8FC-00C3-D841-98FA-6F530E8A7EF3}" srcOrd="0" destOrd="0" presId="urn:microsoft.com/office/officeart/2016/7/layout/LinearArrowProcessNumbered"/>
    <dgm:cxn modelId="{7E9ACDAB-D275-8440-A1C1-1034F4C291D8}" type="presParOf" srcId="{211B1A6F-C1AE-DB44-95FA-65C53542C125}" destId="{925965FA-B824-3545-A335-25CE2FAB5266}" srcOrd="1" destOrd="0" presId="urn:microsoft.com/office/officeart/2016/7/layout/LinearArrowProcessNumbered"/>
    <dgm:cxn modelId="{74BDFCA8-9404-9747-B774-998A68E61DF3}" type="presParOf" srcId="{211B1A6F-C1AE-DB44-95FA-65C53542C125}" destId="{64CAAB61-F74D-304D-BE8C-83C91AFAE239}" srcOrd="2" destOrd="0" presId="urn:microsoft.com/office/officeart/2016/7/layout/LinearArrowProcessNumbered"/>
    <dgm:cxn modelId="{81794C4A-F2CC-D04B-8F45-33A00E624DE3}" type="presParOf" srcId="{211B1A6F-C1AE-DB44-95FA-65C53542C125}" destId="{9487B38C-6472-504F-902E-83F5334DCE8F}" srcOrd="3" destOrd="0" presId="urn:microsoft.com/office/officeart/2016/7/layout/LinearArrowProcessNumbered"/>
    <dgm:cxn modelId="{2EDA0237-9C43-3E4B-AEF8-7C180F3F3A3E}" type="presParOf" srcId="{322A35F4-E306-384A-A026-A2F75B5BD242}" destId="{E9D97B68-BE53-E640-8CC7-7FA10FF39A22}" srcOrd="2" destOrd="0" presId="urn:microsoft.com/office/officeart/2016/7/layout/LinearArrowProcessNumbered"/>
    <dgm:cxn modelId="{79F852B5-22FB-854A-8860-304C11089932}" type="presParOf" srcId="{718AA166-B508-5D4C-9248-596FA568D36D}" destId="{EAE6FABA-42EB-2A47-ACA5-153654AFA092}" srcOrd="1" destOrd="0" presId="urn:microsoft.com/office/officeart/2016/7/layout/LinearArrowProcessNumbered"/>
    <dgm:cxn modelId="{EBFB4FF1-FB5A-1349-9CED-FC8E65361A59}" type="presParOf" srcId="{718AA166-B508-5D4C-9248-596FA568D36D}" destId="{0CE049CE-7833-F44F-93BD-ED17FA595369}" srcOrd="2" destOrd="0" presId="urn:microsoft.com/office/officeart/2016/7/layout/LinearArrowProcessNumbered"/>
    <dgm:cxn modelId="{51E0E2F7-39BE-9A4F-B8DA-C6A99FFBAF4B}" type="presParOf" srcId="{0CE049CE-7833-F44F-93BD-ED17FA595369}" destId="{436E925D-6EBD-1049-BAC3-079B4BA164C5}" srcOrd="0" destOrd="0" presId="urn:microsoft.com/office/officeart/2016/7/layout/LinearArrowProcessNumbered"/>
    <dgm:cxn modelId="{2C98814E-D32F-B64D-A766-17BC26E2552A}" type="presParOf" srcId="{0CE049CE-7833-F44F-93BD-ED17FA595369}" destId="{5A45B2C3-56E7-0C49-8581-1C59BEB2E536}" srcOrd="1" destOrd="0" presId="urn:microsoft.com/office/officeart/2016/7/layout/LinearArrowProcessNumbered"/>
    <dgm:cxn modelId="{39AA63A4-3D41-E149-8596-3A9F1225CA17}" type="presParOf" srcId="{5A45B2C3-56E7-0C49-8581-1C59BEB2E536}" destId="{441242A7-8380-3A41-8287-74CC80CA5B10}" srcOrd="0" destOrd="0" presId="urn:microsoft.com/office/officeart/2016/7/layout/LinearArrowProcessNumbered"/>
    <dgm:cxn modelId="{2A05D4A7-279F-4741-A3CA-7C0C355FD0AD}" type="presParOf" srcId="{5A45B2C3-56E7-0C49-8581-1C59BEB2E536}" destId="{A3C51022-DFD8-424B-8ECD-F12E99FD1FA4}" srcOrd="1" destOrd="0" presId="urn:microsoft.com/office/officeart/2016/7/layout/LinearArrowProcessNumbered"/>
    <dgm:cxn modelId="{8CE973EE-7A3E-814A-BC75-D48E5A83B41E}" type="presParOf" srcId="{5A45B2C3-56E7-0C49-8581-1C59BEB2E536}" destId="{33F6F1A2-7F73-D34D-B39C-99FE8F23C211}" srcOrd="2" destOrd="0" presId="urn:microsoft.com/office/officeart/2016/7/layout/LinearArrowProcessNumbered"/>
    <dgm:cxn modelId="{43870C43-0DF7-0D4D-B6A8-E40D1143714E}" type="presParOf" srcId="{5A45B2C3-56E7-0C49-8581-1C59BEB2E536}" destId="{55722DCA-3D0D-9940-BE51-2A2ABC096133}" srcOrd="3" destOrd="0" presId="urn:microsoft.com/office/officeart/2016/7/layout/LinearArrowProcessNumbered"/>
    <dgm:cxn modelId="{2A762460-46C4-7F45-B3C9-F5BA7924836D}" type="presParOf" srcId="{0CE049CE-7833-F44F-93BD-ED17FA595369}" destId="{5D2AEE0A-66B8-6645-8789-A2D8A178F59C}" srcOrd="2" destOrd="0" presId="urn:microsoft.com/office/officeart/2016/7/layout/LinearArrowProcessNumbered"/>
    <dgm:cxn modelId="{4E926414-54F8-644B-85D3-B59EAEC2337C}" type="presParOf" srcId="{718AA166-B508-5D4C-9248-596FA568D36D}" destId="{A22AB294-01EC-814C-BDE9-0575C2965516}" srcOrd="3" destOrd="0" presId="urn:microsoft.com/office/officeart/2016/7/layout/LinearArrowProcessNumbered"/>
    <dgm:cxn modelId="{1DAB6BCD-DC18-BB41-AC3C-CB28A2851AF6}" type="presParOf" srcId="{718AA166-B508-5D4C-9248-596FA568D36D}" destId="{6D2B1D7E-E626-F243-B796-999FF22E0BAA}" srcOrd="4" destOrd="0" presId="urn:microsoft.com/office/officeart/2016/7/layout/LinearArrowProcessNumbered"/>
    <dgm:cxn modelId="{404D8D7E-2F4D-164C-9469-7CF8547F093D}" type="presParOf" srcId="{6D2B1D7E-E626-F243-B796-999FF22E0BAA}" destId="{74F442B6-8709-E745-91D0-9C0F773CA0BA}" srcOrd="0" destOrd="0" presId="urn:microsoft.com/office/officeart/2016/7/layout/LinearArrowProcessNumbered"/>
    <dgm:cxn modelId="{0EF3C131-297F-E141-9417-8327B0D03DDB}" type="presParOf" srcId="{6D2B1D7E-E626-F243-B796-999FF22E0BAA}" destId="{C1461F68-B299-7E4A-8EBC-DFC8C572F2BB}" srcOrd="1" destOrd="0" presId="urn:microsoft.com/office/officeart/2016/7/layout/LinearArrowProcessNumbered"/>
    <dgm:cxn modelId="{A47267D6-44AA-C54C-B350-58BDDF2796EA}" type="presParOf" srcId="{C1461F68-B299-7E4A-8EBC-DFC8C572F2BB}" destId="{75164DD9-C44F-A048-96ED-9A695B27B25B}" srcOrd="0" destOrd="0" presId="urn:microsoft.com/office/officeart/2016/7/layout/LinearArrowProcessNumbered"/>
    <dgm:cxn modelId="{C0DFB79A-32AC-5B4F-AED8-7052FE72EF75}" type="presParOf" srcId="{C1461F68-B299-7E4A-8EBC-DFC8C572F2BB}" destId="{4678DD9C-B320-0A4F-AA34-FE5D6F5763BC}" srcOrd="1" destOrd="0" presId="urn:microsoft.com/office/officeart/2016/7/layout/LinearArrowProcessNumbered"/>
    <dgm:cxn modelId="{730147F9-77C7-6D46-8BB2-8A3A77BBBC20}" type="presParOf" srcId="{C1461F68-B299-7E4A-8EBC-DFC8C572F2BB}" destId="{BF70810C-5CEA-0F41-99E5-01345E5A5A69}" srcOrd="2" destOrd="0" presId="urn:microsoft.com/office/officeart/2016/7/layout/LinearArrowProcessNumbered"/>
    <dgm:cxn modelId="{7780A86C-D478-014F-AC5A-56F11B58C924}" type="presParOf" srcId="{C1461F68-B299-7E4A-8EBC-DFC8C572F2BB}" destId="{E87AA581-3B3F-6340-A637-58F0F2F40E82}" srcOrd="3" destOrd="0" presId="urn:microsoft.com/office/officeart/2016/7/layout/LinearArrowProcessNumbered"/>
    <dgm:cxn modelId="{8BC8EC9A-F3A2-A048-89BE-6FF3F16F337A}" type="presParOf" srcId="{6D2B1D7E-E626-F243-B796-999FF22E0BAA}" destId="{59B41740-5340-FD44-8930-0A7006409F78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4F1C58B-CB86-4C6C-AFFB-DED21273100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BEDE28C-2F01-4E87-9AA8-48BD0D93FE90}">
      <dgm:prSet custT="1"/>
      <dgm:spPr/>
      <dgm:t>
        <a:bodyPr/>
        <a:lstStyle/>
        <a:p>
          <a:pPr>
            <a:defRPr b="1"/>
          </a:pP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Production Adjustments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gm:t>
    </dgm:pt>
    <dgm:pt modelId="{A7002857-43EA-444C-B054-EC697F359459}" type="parTrans" cxnId="{BBEC0997-1C80-4952-88AB-C8FA27BE6E79}">
      <dgm:prSet/>
      <dgm:spPr/>
      <dgm:t>
        <a:bodyPr/>
        <a:lstStyle/>
        <a:p>
          <a:endParaRPr lang="en-US"/>
        </a:p>
      </dgm:t>
    </dgm:pt>
    <dgm:pt modelId="{7AADC932-F3F4-487C-9D85-C9A12E1D1162}" type="sibTrans" cxnId="{BBEC0997-1C80-4952-88AB-C8FA27BE6E79}">
      <dgm:prSet/>
      <dgm:spPr/>
      <dgm:t>
        <a:bodyPr/>
        <a:lstStyle/>
        <a:p>
          <a:endParaRPr lang="en-US"/>
        </a:p>
      </dgm:t>
    </dgm:pt>
    <dgm:pt modelId="{609F27F5-3F06-43B9-BE32-ACD640E6FE01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 alcohol levels and control acidity for higher quality wines.</a:t>
          </a:r>
        </a:p>
      </dgm:t>
    </dgm:pt>
    <dgm:pt modelId="{4DB780E7-2076-4376-BD26-DB6D249DDB71}" type="parTrans" cxnId="{D42BB8F8-0A2E-4906-93DF-0A46DB87B1BF}">
      <dgm:prSet/>
      <dgm:spPr/>
      <dgm:t>
        <a:bodyPr/>
        <a:lstStyle/>
        <a:p>
          <a:endParaRPr lang="en-US"/>
        </a:p>
      </dgm:t>
    </dgm:pt>
    <dgm:pt modelId="{F8EB3716-4B54-4F4F-B28B-79251129FE97}" type="sibTrans" cxnId="{D42BB8F8-0A2E-4906-93DF-0A46DB87B1BF}">
      <dgm:prSet/>
      <dgm:spPr/>
      <dgm:t>
        <a:bodyPr/>
        <a:lstStyle/>
        <a:p>
          <a:endParaRPr lang="en-US"/>
        </a:p>
      </dgm:t>
    </dgm:pt>
    <dgm:pt modelId="{1A41B277-D2BB-4FF2-8588-1661D69873AD}">
      <dgm:prSet custT="1"/>
      <dgm:spPr/>
      <dgm:t>
        <a:bodyPr/>
        <a:lstStyle/>
        <a:p>
          <a:pPr>
            <a:defRPr b="1"/>
          </a:pP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Marketing Strategies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gm:t>
    </dgm:pt>
    <dgm:pt modelId="{F24D3D3B-D7D9-4B5D-B81C-05F6E04DD416}" type="parTrans" cxnId="{074802A8-745A-4130-9A54-E4EC7BE8E20E}">
      <dgm:prSet/>
      <dgm:spPr/>
      <dgm:t>
        <a:bodyPr/>
        <a:lstStyle/>
        <a:p>
          <a:endParaRPr lang="en-US"/>
        </a:p>
      </dgm:t>
    </dgm:pt>
    <dgm:pt modelId="{1289AB14-6EB3-4D57-BF3C-D7269A2E11F6}" type="sibTrans" cxnId="{074802A8-745A-4130-9A54-E4EC7BE8E20E}">
      <dgm:prSet/>
      <dgm:spPr/>
      <dgm:t>
        <a:bodyPr/>
        <a:lstStyle/>
        <a:p>
          <a:endParaRPr lang="en-US"/>
        </a:p>
      </dgm:t>
    </dgm:pt>
    <dgm:pt modelId="{6B4B4FD2-CEBA-4B83-B48F-92DA79685ADD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Highlight Cluster 2 wines as premium options.</a:t>
          </a:r>
        </a:p>
      </dgm:t>
    </dgm:pt>
    <dgm:pt modelId="{F3C72C15-C468-45EA-862F-9ABF4ED3C58A}" type="parTrans" cxnId="{73B515C5-9D75-4CF6-A1E4-3AAC142816F5}">
      <dgm:prSet/>
      <dgm:spPr/>
      <dgm:t>
        <a:bodyPr/>
        <a:lstStyle/>
        <a:p>
          <a:endParaRPr lang="en-US"/>
        </a:p>
      </dgm:t>
    </dgm:pt>
    <dgm:pt modelId="{AB32F3E5-4968-45DA-AF0E-81771FDF8A24}" type="sibTrans" cxnId="{73B515C5-9D75-4CF6-A1E4-3AAC142816F5}">
      <dgm:prSet/>
      <dgm:spPr/>
      <dgm:t>
        <a:bodyPr/>
        <a:lstStyle/>
        <a:p>
          <a:endParaRPr lang="en-US"/>
        </a:p>
      </dgm:t>
    </dgm:pt>
    <dgm:pt modelId="{6088F2E0-CBF4-4E12-8B5D-59FC56112138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Cluster 1 wines as refreshing, everyday options.</a:t>
          </a:r>
        </a:p>
      </dgm:t>
    </dgm:pt>
    <dgm:pt modelId="{B709599D-3CBF-488E-BACA-D421A558509F}" type="parTrans" cxnId="{CDC991C4-FD74-4969-B784-8BF2CCDC2991}">
      <dgm:prSet/>
      <dgm:spPr/>
      <dgm:t>
        <a:bodyPr/>
        <a:lstStyle/>
        <a:p>
          <a:endParaRPr lang="en-US"/>
        </a:p>
      </dgm:t>
    </dgm:pt>
    <dgm:pt modelId="{43907CF2-D15F-4CFE-9AD8-16A46D22858B}" type="sibTrans" cxnId="{CDC991C4-FD74-4969-B784-8BF2CCDC2991}">
      <dgm:prSet/>
      <dgm:spPr/>
      <dgm:t>
        <a:bodyPr/>
        <a:lstStyle/>
        <a:p>
          <a:endParaRPr lang="en-US"/>
        </a:p>
      </dgm:t>
    </dgm:pt>
    <dgm:pt modelId="{88938E8C-B4D9-48AD-8CBA-A19DD72C75B1}">
      <dgm:prSet custT="1"/>
      <dgm:spPr/>
      <dgm:t>
        <a:bodyPr/>
        <a:lstStyle/>
        <a:p>
          <a:pPr>
            <a:defRPr b="1"/>
          </a:pPr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Quality Control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gm:t>
    </dgm:pt>
    <dgm:pt modelId="{884D0631-2937-45BF-AF57-B467C17655E7}" type="parTrans" cxnId="{177542E0-1BE0-4EC1-B2D2-A4C8A8B74040}">
      <dgm:prSet/>
      <dgm:spPr/>
      <dgm:t>
        <a:bodyPr/>
        <a:lstStyle/>
        <a:p>
          <a:endParaRPr lang="en-US"/>
        </a:p>
      </dgm:t>
    </dgm:pt>
    <dgm:pt modelId="{2A4AB634-527A-4E30-AC1C-32B608013908}" type="sibTrans" cxnId="{177542E0-1BE0-4EC1-B2D2-A4C8A8B74040}">
      <dgm:prSet/>
      <dgm:spPr/>
      <dgm:t>
        <a:bodyPr/>
        <a:lstStyle/>
        <a:p>
          <a:endParaRPr lang="en-US"/>
        </a:p>
      </dgm:t>
    </dgm:pt>
    <dgm:pt modelId="{61D849AF-BB28-4C3E-9099-CBF01176123A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Focus on monitoring alcohol and sulphates during production.</a:t>
          </a:r>
        </a:p>
      </dgm:t>
    </dgm:pt>
    <dgm:pt modelId="{EC86ECD5-B3CB-4A6B-83A3-A3E86220D95F}" type="parTrans" cxnId="{E1DB7A4D-5FED-4840-A7C7-0B7A77C280D4}">
      <dgm:prSet/>
      <dgm:spPr/>
      <dgm:t>
        <a:bodyPr/>
        <a:lstStyle/>
        <a:p>
          <a:endParaRPr lang="en-US"/>
        </a:p>
      </dgm:t>
    </dgm:pt>
    <dgm:pt modelId="{E603B7CE-DB17-4728-BAA7-A3D6CCA3135E}" type="sibTrans" cxnId="{E1DB7A4D-5FED-4840-A7C7-0B7A77C280D4}">
      <dgm:prSet/>
      <dgm:spPr/>
      <dgm:t>
        <a:bodyPr/>
        <a:lstStyle/>
        <a:p>
          <a:endParaRPr lang="en-US"/>
        </a:p>
      </dgm:t>
    </dgm:pt>
    <dgm:pt modelId="{C0F8E557-0E7D-4DE4-A38D-B355C0E40395}" type="pres">
      <dgm:prSet presAssocID="{14F1C58B-CB86-4C6C-AFFB-DED212731005}" presName="root" presStyleCnt="0">
        <dgm:presLayoutVars>
          <dgm:dir/>
          <dgm:resizeHandles val="exact"/>
        </dgm:presLayoutVars>
      </dgm:prSet>
      <dgm:spPr/>
    </dgm:pt>
    <dgm:pt modelId="{E9197753-069D-4758-A2CA-052083BAE3AE}" type="pres">
      <dgm:prSet presAssocID="{8BEDE28C-2F01-4E87-9AA8-48BD0D93FE90}" presName="compNode" presStyleCnt="0"/>
      <dgm:spPr/>
    </dgm:pt>
    <dgm:pt modelId="{2D6365B1-AD11-44B6-BE76-B149F7694BA6}" type="pres">
      <dgm:prSet presAssocID="{8BEDE28C-2F01-4E87-9AA8-48BD0D93FE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 Glasses"/>
        </a:ext>
      </dgm:extLst>
    </dgm:pt>
    <dgm:pt modelId="{0BB92569-AD0C-40CB-9D01-87C841B2600D}" type="pres">
      <dgm:prSet presAssocID="{8BEDE28C-2F01-4E87-9AA8-48BD0D93FE90}" presName="iconSpace" presStyleCnt="0"/>
      <dgm:spPr/>
    </dgm:pt>
    <dgm:pt modelId="{CCE10F59-273E-4F42-A2AD-FE113F06E29A}" type="pres">
      <dgm:prSet presAssocID="{8BEDE28C-2F01-4E87-9AA8-48BD0D93FE90}" presName="parTx" presStyleLbl="revTx" presStyleIdx="0" presStyleCnt="6">
        <dgm:presLayoutVars>
          <dgm:chMax val="0"/>
          <dgm:chPref val="0"/>
        </dgm:presLayoutVars>
      </dgm:prSet>
      <dgm:spPr/>
    </dgm:pt>
    <dgm:pt modelId="{8ADEFF3B-D6BE-4BEE-B6A3-8F5E0D9222CD}" type="pres">
      <dgm:prSet presAssocID="{8BEDE28C-2F01-4E87-9AA8-48BD0D93FE90}" presName="txSpace" presStyleCnt="0"/>
      <dgm:spPr/>
    </dgm:pt>
    <dgm:pt modelId="{F7DAC38A-1C97-4CFF-BC68-A05673EF0621}" type="pres">
      <dgm:prSet presAssocID="{8BEDE28C-2F01-4E87-9AA8-48BD0D93FE90}" presName="desTx" presStyleLbl="revTx" presStyleIdx="1" presStyleCnt="6">
        <dgm:presLayoutVars/>
      </dgm:prSet>
      <dgm:spPr/>
    </dgm:pt>
    <dgm:pt modelId="{094BB963-A9E8-42F0-8D97-B7F3883E51EA}" type="pres">
      <dgm:prSet presAssocID="{7AADC932-F3F4-487C-9D85-C9A12E1D1162}" presName="sibTrans" presStyleCnt="0"/>
      <dgm:spPr/>
    </dgm:pt>
    <dgm:pt modelId="{71E93445-5EE4-4E4C-BEB8-17EA35B27D46}" type="pres">
      <dgm:prSet presAssocID="{1A41B277-D2BB-4FF2-8588-1661D69873AD}" presName="compNode" presStyleCnt="0"/>
      <dgm:spPr/>
    </dgm:pt>
    <dgm:pt modelId="{DFC3BFEF-7466-417B-A9CE-327CD2F07FB3}" type="pres">
      <dgm:prSet presAssocID="{1A41B277-D2BB-4FF2-8588-1661D69873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mpagne"/>
        </a:ext>
      </dgm:extLst>
    </dgm:pt>
    <dgm:pt modelId="{D5C7ED32-67C6-483D-85C5-9515705D55AF}" type="pres">
      <dgm:prSet presAssocID="{1A41B277-D2BB-4FF2-8588-1661D69873AD}" presName="iconSpace" presStyleCnt="0"/>
      <dgm:spPr/>
    </dgm:pt>
    <dgm:pt modelId="{55DA1CF6-D6FE-4D1F-85F8-E273D1CCE452}" type="pres">
      <dgm:prSet presAssocID="{1A41B277-D2BB-4FF2-8588-1661D69873AD}" presName="parTx" presStyleLbl="revTx" presStyleIdx="2" presStyleCnt="6">
        <dgm:presLayoutVars>
          <dgm:chMax val="0"/>
          <dgm:chPref val="0"/>
        </dgm:presLayoutVars>
      </dgm:prSet>
      <dgm:spPr/>
    </dgm:pt>
    <dgm:pt modelId="{BA27F967-308B-4DC7-ABA6-73A2E69D419B}" type="pres">
      <dgm:prSet presAssocID="{1A41B277-D2BB-4FF2-8588-1661D69873AD}" presName="txSpace" presStyleCnt="0"/>
      <dgm:spPr/>
    </dgm:pt>
    <dgm:pt modelId="{C9985280-1190-44C0-AB09-C5ECDADAA21F}" type="pres">
      <dgm:prSet presAssocID="{1A41B277-D2BB-4FF2-8588-1661D69873AD}" presName="desTx" presStyleLbl="revTx" presStyleIdx="3" presStyleCnt="6">
        <dgm:presLayoutVars/>
      </dgm:prSet>
      <dgm:spPr/>
    </dgm:pt>
    <dgm:pt modelId="{ECD24E4E-5EA7-4342-9174-FFA1C1FCE06A}" type="pres">
      <dgm:prSet presAssocID="{1289AB14-6EB3-4D57-BF3C-D7269A2E11F6}" presName="sibTrans" presStyleCnt="0"/>
      <dgm:spPr/>
    </dgm:pt>
    <dgm:pt modelId="{BD7F4FA5-F9B5-4019-A219-7830BB16DF14}" type="pres">
      <dgm:prSet presAssocID="{88938E8C-B4D9-48AD-8CBA-A19DD72C75B1}" presName="compNode" presStyleCnt="0"/>
      <dgm:spPr/>
    </dgm:pt>
    <dgm:pt modelId="{EC1689E6-D367-4647-BB3C-364BB652E0F4}" type="pres">
      <dgm:prSet presAssocID="{88938E8C-B4D9-48AD-8CBA-A19DD72C75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B23CBEAD-79EA-4D60-8345-BDCA01981067}" type="pres">
      <dgm:prSet presAssocID="{88938E8C-B4D9-48AD-8CBA-A19DD72C75B1}" presName="iconSpace" presStyleCnt="0"/>
      <dgm:spPr/>
    </dgm:pt>
    <dgm:pt modelId="{6A0CF014-054E-4D6F-A764-6AF898D1379C}" type="pres">
      <dgm:prSet presAssocID="{88938E8C-B4D9-48AD-8CBA-A19DD72C75B1}" presName="parTx" presStyleLbl="revTx" presStyleIdx="4" presStyleCnt="6">
        <dgm:presLayoutVars>
          <dgm:chMax val="0"/>
          <dgm:chPref val="0"/>
        </dgm:presLayoutVars>
      </dgm:prSet>
      <dgm:spPr/>
    </dgm:pt>
    <dgm:pt modelId="{412BF44A-0281-4743-BACC-D8ED7AFC346E}" type="pres">
      <dgm:prSet presAssocID="{88938E8C-B4D9-48AD-8CBA-A19DD72C75B1}" presName="txSpace" presStyleCnt="0"/>
      <dgm:spPr/>
    </dgm:pt>
    <dgm:pt modelId="{4E89C309-0742-44CC-A75D-856FE7848E23}" type="pres">
      <dgm:prSet presAssocID="{88938E8C-B4D9-48AD-8CBA-A19DD72C75B1}" presName="desTx" presStyleLbl="revTx" presStyleIdx="5" presStyleCnt="6">
        <dgm:presLayoutVars/>
      </dgm:prSet>
      <dgm:spPr/>
    </dgm:pt>
  </dgm:ptLst>
  <dgm:cxnLst>
    <dgm:cxn modelId="{EFB4FA21-FD6C-470E-AEF3-343B8AC36E2E}" type="presOf" srcId="{61D849AF-BB28-4C3E-9099-CBF01176123A}" destId="{4E89C309-0742-44CC-A75D-856FE7848E23}" srcOrd="0" destOrd="0" presId="urn:microsoft.com/office/officeart/2018/5/layout/CenteredIconLabelDescriptionList"/>
    <dgm:cxn modelId="{E1DB7A4D-5FED-4840-A7C7-0B7A77C280D4}" srcId="{88938E8C-B4D9-48AD-8CBA-A19DD72C75B1}" destId="{61D849AF-BB28-4C3E-9099-CBF01176123A}" srcOrd="0" destOrd="0" parTransId="{EC86ECD5-B3CB-4A6B-83A3-A3E86220D95F}" sibTransId="{E603B7CE-DB17-4728-BAA7-A3D6CCA3135E}"/>
    <dgm:cxn modelId="{8AA1B454-4CB4-4B20-8FD3-7E17E4E4CD6D}" type="presOf" srcId="{609F27F5-3F06-43B9-BE32-ACD640E6FE01}" destId="{F7DAC38A-1C97-4CFF-BC68-A05673EF0621}" srcOrd="0" destOrd="0" presId="urn:microsoft.com/office/officeart/2018/5/layout/CenteredIconLabelDescriptionList"/>
    <dgm:cxn modelId="{C99EF279-E677-4845-84CF-A497A1866F27}" type="presOf" srcId="{8BEDE28C-2F01-4E87-9AA8-48BD0D93FE90}" destId="{CCE10F59-273E-4F42-A2AD-FE113F06E29A}" srcOrd="0" destOrd="0" presId="urn:microsoft.com/office/officeart/2018/5/layout/CenteredIconLabelDescriptionList"/>
    <dgm:cxn modelId="{19F4F085-A55D-4749-B4AE-6C9579F0F42D}" type="presOf" srcId="{88938E8C-B4D9-48AD-8CBA-A19DD72C75B1}" destId="{6A0CF014-054E-4D6F-A764-6AF898D1379C}" srcOrd="0" destOrd="0" presId="urn:microsoft.com/office/officeart/2018/5/layout/CenteredIconLabelDescriptionList"/>
    <dgm:cxn modelId="{BBEC0997-1C80-4952-88AB-C8FA27BE6E79}" srcId="{14F1C58B-CB86-4C6C-AFFB-DED212731005}" destId="{8BEDE28C-2F01-4E87-9AA8-48BD0D93FE90}" srcOrd="0" destOrd="0" parTransId="{A7002857-43EA-444C-B054-EC697F359459}" sibTransId="{7AADC932-F3F4-487C-9D85-C9A12E1D1162}"/>
    <dgm:cxn modelId="{074802A8-745A-4130-9A54-E4EC7BE8E20E}" srcId="{14F1C58B-CB86-4C6C-AFFB-DED212731005}" destId="{1A41B277-D2BB-4FF2-8588-1661D69873AD}" srcOrd="1" destOrd="0" parTransId="{F24D3D3B-D7D9-4B5D-B81C-05F6E04DD416}" sibTransId="{1289AB14-6EB3-4D57-BF3C-D7269A2E11F6}"/>
    <dgm:cxn modelId="{45FDA6B2-C4C0-4AA8-9CAD-A6D8A2265C60}" type="presOf" srcId="{6088F2E0-CBF4-4E12-8B5D-59FC56112138}" destId="{C9985280-1190-44C0-AB09-C5ECDADAA21F}" srcOrd="0" destOrd="1" presId="urn:microsoft.com/office/officeart/2018/5/layout/CenteredIconLabelDescriptionList"/>
    <dgm:cxn modelId="{ABBB8EB7-9227-40FB-9137-453CB29C017B}" type="presOf" srcId="{14F1C58B-CB86-4C6C-AFFB-DED212731005}" destId="{C0F8E557-0E7D-4DE4-A38D-B355C0E40395}" srcOrd="0" destOrd="0" presId="urn:microsoft.com/office/officeart/2018/5/layout/CenteredIconLabelDescriptionList"/>
    <dgm:cxn modelId="{CDC991C4-FD74-4969-B784-8BF2CCDC2991}" srcId="{1A41B277-D2BB-4FF2-8588-1661D69873AD}" destId="{6088F2E0-CBF4-4E12-8B5D-59FC56112138}" srcOrd="1" destOrd="0" parTransId="{B709599D-3CBF-488E-BACA-D421A558509F}" sibTransId="{43907CF2-D15F-4CFE-9AD8-16A46D22858B}"/>
    <dgm:cxn modelId="{73B515C5-9D75-4CF6-A1E4-3AAC142816F5}" srcId="{1A41B277-D2BB-4FF2-8588-1661D69873AD}" destId="{6B4B4FD2-CEBA-4B83-B48F-92DA79685ADD}" srcOrd="0" destOrd="0" parTransId="{F3C72C15-C468-45EA-862F-9ABF4ED3C58A}" sibTransId="{AB32F3E5-4968-45DA-AF0E-81771FDF8A24}"/>
    <dgm:cxn modelId="{BEF501D7-C4F5-4A0B-AAC7-86783E788629}" type="presOf" srcId="{6B4B4FD2-CEBA-4B83-B48F-92DA79685ADD}" destId="{C9985280-1190-44C0-AB09-C5ECDADAA21F}" srcOrd="0" destOrd="0" presId="urn:microsoft.com/office/officeart/2018/5/layout/CenteredIconLabelDescriptionList"/>
    <dgm:cxn modelId="{F96CE2DA-F152-47BC-A507-B06C8B7C3372}" type="presOf" srcId="{1A41B277-D2BB-4FF2-8588-1661D69873AD}" destId="{55DA1CF6-D6FE-4D1F-85F8-E273D1CCE452}" srcOrd="0" destOrd="0" presId="urn:microsoft.com/office/officeart/2018/5/layout/CenteredIconLabelDescriptionList"/>
    <dgm:cxn modelId="{177542E0-1BE0-4EC1-B2D2-A4C8A8B74040}" srcId="{14F1C58B-CB86-4C6C-AFFB-DED212731005}" destId="{88938E8C-B4D9-48AD-8CBA-A19DD72C75B1}" srcOrd="2" destOrd="0" parTransId="{884D0631-2937-45BF-AF57-B467C17655E7}" sibTransId="{2A4AB634-527A-4E30-AC1C-32B608013908}"/>
    <dgm:cxn modelId="{D42BB8F8-0A2E-4906-93DF-0A46DB87B1BF}" srcId="{8BEDE28C-2F01-4E87-9AA8-48BD0D93FE90}" destId="{609F27F5-3F06-43B9-BE32-ACD640E6FE01}" srcOrd="0" destOrd="0" parTransId="{4DB780E7-2076-4376-BD26-DB6D249DDB71}" sibTransId="{F8EB3716-4B54-4F4F-B28B-79251129FE97}"/>
    <dgm:cxn modelId="{29ED7197-7B29-4652-BB87-40D4AF23CC09}" type="presParOf" srcId="{C0F8E557-0E7D-4DE4-A38D-B355C0E40395}" destId="{E9197753-069D-4758-A2CA-052083BAE3AE}" srcOrd="0" destOrd="0" presId="urn:microsoft.com/office/officeart/2018/5/layout/CenteredIconLabelDescriptionList"/>
    <dgm:cxn modelId="{327774BF-61D2-4250-825A-BCCBE40624FE}" type="presParOf" srcId="{E9197753-069D-4758-A2CA-052083BAE3AE}" destId="{2D6365B1-AD11-44B6-BE76-B149F7694BA6}" srcOrd="0" destOrd="0" presId="urn:microsoft.com/office/officeart/2018/5/layout/CenteredIconLabelDescriptionList"/>
    <dgm:cxn modelId="{273FA944-956A-4B4A-86B3-D0A066F84E2E}" type="presParOf" srcId="{E9197753-069D-4758-A2CA-052083BAE3AE}" destId="{0BB92569-AD0C-40CB-9D01-87C841B2600D}" srcOrd="1" destOrd="0" presId="urn:microsoft.com/office/officeart/2018/5/layout/CenteredIconLabelDescriptionList"/>
    <dgm:cxn modelId="{D5F26077-051A-49DC-9045-E742A2D86908}" type="presParOf" srcId="{E9197753-069D-4758-A2CA-052083BAE3AE}" destId="{CCE10F59-273E-4F42-A2AD-FE113F06E29A}" srcOrd="2" destOrd="0" presId="urn:microsoft.com/office/officeart/2018/5/layout/CenteredIconLabelDescriptionList"/>
    <dgm:cxn modelId="{DBAA5BCC-6F46-49DC-BC3D-5F877BE6C691}" type="presParOf" srcId="{E9197753-069D-4758-A2CA-052083BAE3AE}" destId="{8ADEFF3B-D6BE-4BEE-B6A3-8F5E0D9222CD}" srcOrd="3" destOrd="0" presId="urn:microsoft.com/office/officeart/2018/5/layout/CenteredIconLabelDescriptionList"/>
    <dgm:cxn modelId="{FCF071E7-53C1-4F46-9AD7-BB2152B7F2FB}" type="presParOf" srcId="{E9197753-069D-4758-A2CA-052083BAE3AE}" destId="{F7DAC38A-1C97-4CFF-BC68-A05673EF0621}" srcOrd="4" destOrd="0" presId="urn:microsoft.com/office/officeart/2018/5/layout/CenteredIconLabelDescriptionList"/>
    <dgm:cxn modelId="{56ECBD03-4B47-40CF-A952-E1C6B947AE85}" type="presParOf" srcId="{C0F8E557-0E7D-4DE4-A38D-B355C0E40395}" destId="{094BB963-A9E8-42F0-8D97-B7F3883E51EA}" srcOrd="1" destOrd="0" presId="urn:microsoft.com/office/officeart/2018/5/layout/CenteredIconLabelDescriptionList"/>
    <dgm:cxn modelId="{C270DA47-FB16-4E9E-B53A-475676D7FE41}" type="presParOf" srcId="{C0F8E557-0E7D-4DE4-A38D-B355C0E40395}" destId="{71E93445-5EE4-4E4C-BEB8-17EA35B27D46}" srcOrd="2" destOrd="0" presId="urn:microsoft.com/office/officeart/2018/5/layout/CenteredIconLabelDescriptionList"/>
    <dgm:cxn modelId="{DF47ABD4-48BC-44E3-BD0C-3C31CC896F60}" type="presParOf" srcId="{71E93445-5EE4-4E4C-BEB8-17EA35B27D46}" destId="{DFC3BFEF-7466-417B-A9CE-327CD2F07FB3}" srcOrd="0" destOrd="0" presId="urn:microsoft.com/office/officeart/2018/5/layout/CenteredIconLabelDescriptionList"/>
    <dgm:cxn modelId="{01B1AC66-031C-469A-A82B-61E85B8A4608}" type="presParOf" srcId="{71E93445-5EE4-4E4C-BEB8-17EA35B27D46}" destId="{D5C7ED32-67C6-483D-85C5-9515705D55AF}" srcOrd="1" destOrd="0" presId="urn:microsoft.com/office/officeart/2018/5/layout/CenteredIconLabelDescriptionList"/>
    <dgm:cxn modelId="{2AF30E5F-BDF6-4C08-9CC9-1C2F23A70BF4}" type="presParOf" srcId="{71E93445-5EE4-4E4C-BEB8-17EA35B27D46}" destId="{55DA1CF6-D6FE-4D1F-85F8-E273D1CCE452}" srcOrd="2" destOrd="0" presId="urn:microsoft.com/office/officeart/2018/5/layout/CenteredIconLabelDescriptionList"/>
    <dgm:cxn modelId="{97E00D91-4282-4506-AA51-17A9C26D84F2}" type="presParOf" srcId="{71E93445-5EE4-4E4C-BEB8-17EA35B27D46}" destId="{BA27F967-308B-4DC7-ABA6-73A2E69D419B}" srcOrd="3" destOrd="0" presId="urn:microsoft.com/office/officeart/2018/5/layout/CenteredIconLabelDescriptionList"/>
    <dgm:cxn modelId="{0A00AE24-B525-498C-ADA6-991349A97E9B}" type="presParOf" srcId="{71E93445-5EE4-4E4C-BEB8-17EA35B27D46}" destId="{C9985280-1190-44C0-AB09-C5ECDADAA21F}" srcOrd="4" destOrd="0" presId="urn:microsoft.com/office/officeart/2018/5/layout/CenteredIconLabelDescriptionList"/>
    <dgm:cxn modelId="{76AE8E3F-A51A-4BB2-A215-A1C8F345F4A8}" type="presParOf" srcId="{C0F8E557-0E7D-4DE4-A38D-B355C0E40395}" destId="{ECD24E4E-5EA7-4342-9174-FFA1C1FCE06A}" srcOrd="3" destOrd="0" presId="urn:microsoft.com/office/officeart/2018/5/layout/CenteredIconLabelDescriptionList"/>
    <dgm:cxn modelId="{1303B471-E220-481E-BEB7-14683742C230}" type="presParOf" srcId="{C0F8E557-0E7D-4DE4-A38D-B355C0E40395}" destId="{BD7F4FA5-F9B5-4019-A219-7830BB16DF14}" srcOrd="4" destOrd="0" presId="urn:microsoft.com/office/officeart/2018/5/layout/CenteredIconLabelDescriptionList"/>
    <dgm:cxn modelId="{1BDC97D2-CB97-49C4-BF3B-2A331F9798D7}" type="presParOf" srcId="{BD7F4FA5-F9B5-4019-A219-7830BB16DF14}" destId="{EC1689E6-D367-4647-BB3C-364BB652E0F4}" srcOrd="0" destOrd="0" presId="urn:microsoft.com/office/officeart/2018/5/layout/CenteredIconLabelDescriptionList"/>
    <dgm:cxn modelId="{8BFFF0F9-C5B1-4084-8AF4-3A41862E05FC}" type="presParOf" srcId="{BD7F4FA5-F9B5-4019-A219-7830BB16DF14}" destId="{B23CBEAD-79EA-4D60-8345-BDCA01981067}" srcOrd="1" destOrd="0" presId="urn:microsoft.com/office/officeart/2018/5/layout/CenteredIconLabelDescriptionList"/>
    <dgm:cxn modelId="{D4D6F72C-3D5F-45EE-BF16-C46BA930B3C2}" type="presParOf" srcId="{BD7F4FA5-F9B5-4019-A219-7830BB16DF14}" destId="{6A0CF014-054E-4D6F-A764-6AF898D1379C}" srcOrd="2" destOrd="0" presId="urn:microsoft.com/office/officeart/2018/5/layout/CenteredIconLabelDescriptionList"/>
    <dgm:cxn modelId="{48303240-8B36-46F7-AA2B-02F602FBF55E}" type="presParOf" srcId="{BD7F4FA5-F9B5-4019-A219-7830BB16DF14}" destId="{412BF44A-0281-4743-BACC-D8ED7AFC346E}" srcOrd="3" destOrd="0" presId="urn:microsoft.com/office/officeart/2018/5/layout/CenteredIconLabelDescriptionList"/>
    <dgm:cxn modelId="{B43B3ED6-4632-4048-AA31-35CD59934925}" type="presParOf" srcId="{BD7F4FA5-F9B5-4019-A219-7830BB16DF14}" destId="{4E89C309-0742-44CC-A75D-856FE7848E23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AC937D-F8C3-4B9E-AA98-C3E9E7B0FCAE}">
      <dsp:nvSpPr>
        <dsp:cNvPr id="0" name=""/>
        <dsp:cNvSpPr/>
      </dsp:nvSpPr>
      <dsp:spPr>
        <a:xfrm>
          <a:off x="-295830" y="558865"/>
          <a:ext cx="8312785" cy="10194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5201C-0B04-4322-8563-920812741176}">
      <dsp:nvSpPr>
        <dsp:cNvPr id="0" name=""/>
        <dsp:cNvSpPr/>
      </dsp:nvSpPr>
      <dsp:spPr>
        <a:xfrm>
          <a:off x="12558" y="788246"/>
          <a:ext cx="560707" cy="5607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8F859-2762-4B51-8128-82BDAB6519F1}">
      <dsp:nvSpPr>
        <dsp:cNvPr id="0" name=""/>
        <dsp:cNvSpPr/>
      </dsp:nvSpPr>
      <dsp:spPr>
        <a:xfrm>
          <a:off x="881656" y="558865"/>
          <a:ext cx="7132995" cy="1019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94" tIns="107894" rIns="107894" bIns="1078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Regression</a:t>
          </a:r>
          <a:r>
            <a:rPr lang="en-US" sz="2500" kern="1200"/>
            <a:t>: </a:t>
          </a:r>
          <a:r>
            <a:rPr lang="en-US" sz="2500" b="1" kern="1200"/>
            <a:t>Model</a:t>
          </a:r>
          <a:r>
            <a:rPr lang="en-US" sz="2500" kern="1200"/>
            <a:t>: Linear Regression.</a:t>
          </a:r>
        </a:p>
      </dsp:txBody>
      <dsp:txXfrm>
        <a:off x="881656" y="558865"/>
        <a:ext cx="7132995" cy="1019469"/>
      </dsp:txXfrm>
    </dsp:sp>
    <dsp:sp modelId="{8A86CE4B-7D08-412B-BFAC-3018AAD95F82}">
      <dsp:nvSpPr>
        <dsp:cNvPr id="0" name=""/>
        <dsp:cNvSpPr/>
      </dsp:nvSpPr>
      <dsp:spPr>
        <a:xfrm>
          <a:off x="-295830" y="1833202"/>
          <a:ext cx="8312785" cy="101946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7F16A-A234-4ABF-AD7C-AC895DC5C385}">
      <dsp:nvSpPr>
        <dsp:cNvPr id="0" name=""/>
        <dsp:cNvSpPr/>
      </dsp:nvSpPr>
      <dsp:spPr>
        <a:xfrm>
          <a:off x="12558" y="2062582"/>
          <a:ext cx="560707" cy="5607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AF8B6-AADF-488E-B6EE-38D2BE98CF9A}">
      <dsp:nvSpPr>
        <dsp:cNvPr id="0" name=""/>
        <dsp:cNvSpPr/>
      </dsp:nvSpPr>
      <dsp:spPr>
        <a:xfrm>
          <a:off x="881656" y="1833202"/>
          <a:ext cx="3740753" cy="1019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94" tIns="107894" rIns="107894" bIns="1078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Performance</a:t>
          </a:r>
          <a:r>
            <a:rPr lang="en-US" sz="2500" kern="1200"/>
            <a:t>:</a:t>
          </a:r>
        </a:p>
      </dsp:txBody>
      <dsp:txXfrm>
        <a:off x="881656" y="1833202"/>
        <a:ext cx="3740753" cy="1019469"/>
      </dsp:txXfrm>
    </dsp:sp>
    <dsp:sp modelId="{365FEE11-7470-4DF5-B974-81BF63533D34}">
      <dsp:nvSpPr>
        <dsp:cNvPr id="0" name=""/>
        <dsp:cNvSpPr/>
      </dsp:nvSpPr>
      <dsp:spPr>
        <a:xfrm>
          <a:off x="4028444" y="1833202"/>
          <a:ext cx="4580171" cy="1019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94" tIns="107894" rIns="107894" bIns="107894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RMSE: 0.65 (on a scale of 0–10).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R² Score: ~75%, indicating a good fit for predicting continuous quality scores.</a:t>
          </a:r>
        </a:p>
      </dsp:txBody>
      <dsp:txXfrm>
        <a:off x="4028444" y="1833202"/>
        <a:ext cx="4580171" cy="10194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33942-8ED1-B94B-ACD1-D1BA39EC136C}">
      <dsp:nvSpPr>
        <dsp:cNvPr id="0" name=""/>
        <dsp:cNvSpPr/>
      </dsp:nvSpPr>
      <dsp:spPr>
        <a:xfrm>
          <a:off x="38" y="118452"/>
          <a:ext cx="3682854" cy="68607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K-Means</a:t>
          </a:r>
          <a:r>
            <a:rPr lang="en-US" sz="2200" kern="1200"/>
            <a:t>:</a:t>
          </a:r>
        </a:p>
      </dsp:txBody>
      <dsp:txXfrm>
        <a:off x="38" y="118452"/>
        <a:ext cx="3682854" cy="686071"/>
      </dsp:txXfrm>
    </dsp:sp>
    <dsp:sp modelId="{03B00D9E-391F-AE43-AA5C-44D8D6E67319}">
      <dsp:nvSpPr>
        <dsp:cNvPr id="0" name=""/>
        <dsp:cNvSpPr/>
      </dsp:nvSpPr>
      <dsp:spPr>
        <a:xfrm>
          <a:off x="38" y="804524"/>
          <a:ext cx="3682854" cy="23552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3 clusters identified based on chemical properties.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Silhouette Score: 0.57.</a:t>
          </a:r>
        </a:p>
      </dsp:txBody>
      <dsp:txXfrm>
        <a:off x="38" y="804524"/>
        <a:ext cx="3682854" cy="2355209"/>
      </dsp:txXfrm>
    </dsp:sp>
    <dsp:sp modelId="{1C082809-7F1C-7D43-8A96-818C33CB3BD1}">
      <dsp:nvSpPr>
        <dsp:cNvPr id="0" name=""/>
        <dsp:cNvSpPr/>
      </dsp:nvSpPr>
      <dsp:spPr>
        <a:xfrm>
          <a:off x="4198492" y="118452"/>
          <a:ext cx="3682854" cy="686071"/>
        </a:xfrm>
        <a:prstGeom prst="rect">
          <a:avLst/>
        </a:prstGeom>
        <a:solidFill>
          <a:schemeClr val="accent5">
            <a:hueOff val="-1899943"/>
            <a:satOff val="3065"/>
            <a:lumOff val="-7451"/>
            <a:alphaOff val="0"/>
          </a:schemeClr>
        </a:solidFill>
        <a:ln w="12700" cap="flat" cmpd="sng" algn="ctr">
          <a:solidFill>
            <a:schemeClr val="accent5">
              <a:hueOff val="-1899943"/>
              <a:satOff val="3065"/>
              <a:lumOff val="-745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DBSCAN</a:t>
          </a:r>
          <a:r>
            <a:rPr lang="en-US" sz="2200" kern="1200"/>
            <a:t>:</a:t>
          </a:r>
        </a:p>
      </dsp:txBody>
      <dsp:txXfrm>
        <a:off x="4198492" y="118452"/>
        <a:ext cx="3682854" cy="686071"/>
      </dsp:txXfrm>
    </dsp:sp>
    <dsp:sp modelId="{67B18406-720E-1745-867B-364D8A1547F6}">
      <dsp:nvSpPr>
        <dsp:cNvPr id="0" name=""/>
        <dsp:cNvSpPr/>
      </dsp:nvSpPr>
      <dsp:spPr>
        <a:xfrm>
          <a:off x="4198492" y="804524"/>
          <a:ext cx="3682854" cy="2355209"/>
        </a:xfrm>
        <a:prstGeom prst="rect">
          <a:avLst/>
        </a:prstGeom>
        <a:solidFill>
          <a:schemeClr val="accent5">
            <a:tint val="40000"/>
            <a:alpha val="90000"/>
            <a:hueOff val="-1765708"/>
            <a:satOff val="-1460"/>
            <a:lumOff val="-142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765708"/>
              <a:satOff val="-1460"/>
              <a:lumOff val="-14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Effective in identifying dense clusters but did not generalize well due to sparsity in data.</a:t>
          </a:r>
        </a:p>
      </dsp:txBody>
      <dsp:txXfrm>
        <a:off x="4198492" y="804524"/>
        <a:ext cx="3682854" cy="23552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022F8-65FD-3B4B-9B85-925419399ECC}">
      <dsp:nvSpPr>
        <dsp:cNvPr id="0" name=""/>
        <dsp:cNvSpPr/>
      </dsp:nvSpPr>
      <dsp:spPr>
        <a:xfrm>
          <a:off x="1576277" y="288"/>
          <a:ext cx="6305108" cy="159107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7" tIns="404133" rIns="122337" bIns="40413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Alcohol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sulphates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were the strongest  indicators of higher quality.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Residual sugar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</a:t>
          </a: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volatile acidity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also significantly impacted quality.</a:t>
          </a:r>
        </a:p>
      </dsp:txBody>
      <dsp:txXfrm>
        <a:off x="1576277" y="288"/>
        <a:ext cx="6305108" cy="1591073"/>
      </dsp:txXfrm>
    </dsp:sp>
    <dsp:sp modelId="{A643E34D-5ED2-2B42-A12A-CCF8BFFC6F99}">
      <dsp:nvSpPr>
        <dsp:cNvPr id="0" name=""/>
        <dsp:cNvSpPr/>
      </dsp:nvSpPr>
      <dsp:spPr>
        <a:xfrm>
          <a:off x="0" y="288"/>
          <a:ext cx="1576277" cy="15910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1" tIns="157163" rIns="83411" bIns="157163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Key Predictors of Quality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sp:txBody>
      <dsp:txXfrm>
        <a:off x="0" y="288"/>
        <a:ext cx="1576277" cy="1591073"/>
      </dsp:txXfrm>
    </dsp:sp>
    <dsp:sp modelId="{787B3007-44D8-EF47-9F30-296920CDED16}">
      <dsp:nvSpPr>
        <dsp:cNvPr id="0" name=""/>
        <dsp:cNvSpPr/>
      </dsp:nvSpPr>
      <dsp:spPr>
        <a:xfrm>
          <a:off x="1576277" y="1686825"/>
          <a:ext cx="6305108" cy="1591073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7" tIns="404133" rIns="122337" bIns="40413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Cluster 1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Wines with high acidity and low alcohol, suited for budget-conscious customers.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Cluster 2</a:t>
          </a: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 Premium wines with balanced sweetness and high alcohol content.</a:t>
          </a:r>
        </a:p>
      </dsp:txBody>
      <dsp:txXfrm>
        <a:off x="1576277" y="1686825"/>
        <a:ext cx="6305108" cy="1591073"/>
      </dsp:txXfrm>
    </dsp:sp>
    <dsp:sp modelId="{D11A5C6B-8B38-CC4B-A6DB-859A3E3F3AFA}">
      <dsp:nvSpPr>
        <dsp:cNvPr id="0" name=""/>
        <dsp:cNvSpPr/>
      </dsp:nvSpPr>
      <dsp:spPr>
        <a:xfrm>
          <a:off x="0" y="1686825"/>
          <a:ext cx="1576277" cy="15910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411" tIns="157163" rIns="83411" bIns="157163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Clustering Insights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sp:txBody>
      <dsp:txXfrm>
        <a:off x="0" y="1686825"/>
        <a:ext cx="1576277" cy="15910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B3670-BDB2-0B4E-B3B3-6DFDE8709282}">
      <dsp:nvSpPr>
        <dsp:cNvPr id="0" name=""/>
        <dsp:cNvSpPr/>
      </dsp:nvSpPr>
      <dsp:spPr>
        <a:xfrm>
          <a:off x="1070" y="253537"/>
          <a:ext cx="3757375" cy="2385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6D231-00ED-1248-ACA1-86E4690D68CF}">
      <dsp:nvSpPr>
        <dsp:cNvPr id="0" name=""/>
        <dsp:cNvSpPr/>
      </dsp:nvSpPr>
      <dsp:spPr>
        <a:xfrm>
          <a:off x="418556" y="650149"/>
          <a:ext cx="3757375" cy="2385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Imbalanced quality scores (majority of wines rated 5 or 6) may have influenced model performance.</a:t>
          </a:r>
        </a:p>
      </dsp:txBody>
      <dsp:txXfrm>
        <a:off x="488438" y="720031"/>
        <a:ext cx="3617611" cy="2246169"/>
      </dsp:txXfrm>
    </dsp:sp>
    <dsp:sp modelId="{938AF8C0-EA80-D94E-8C99-92CD84223869}">
      <dsp:nvSpPr>
        <dsp:cNvPr id="0" name=""/>
        <dsp:cNvSpPr/>
      </dsp:nvSpPr>
      <dsp:spPr>
        <a:xfrm>
          <a:off x="4593418" y="253537"/>
          <a:ext cx="3757375" cy="23859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A1A01-A867-3440-9FEF-73C230836277}">
      <dsp:nvSpPr>
        <dsp:cNvPr id="0" name=""/>
        <dsp:cNvSpPr/>
      </dsp:nvSpPr>
      <dsp:spPr>
        <a:xfrm>
          <a:off x="5010904" y="650149"/>
          <a:ext cx="3757375" cy="23859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DBSCAN clustering struggled with sparse clusters due to dataset size and feature distribution.</a:t>
          </a:r>
        </a:p>
      </dsp:txBody>
      <dsp:txXfrm>
        <a:off x="5080786" y="720031"/>
        <a:ext cx="3617611" cy="224616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61A8FC-00C3-D841-98FA-6F530E8A7EF3}">
      <dsp:nvSpPr>
        <dsp:cNvPr id="0" name=""/>
        <dsp:cNvSpPr/>
      </dsp:nvSpPr>
      <dsp:spPr>
        <a:xfrm>
          <a:off x="1316129" y="547059"/>
          <a:ext cx="1049825" cy="72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965FA-B824-3545-A335-25CE2FAB5266}">
      <dsp:nvSpPr>
        <dsp:cNvPr id="0" name=""/>
        <dsp:cNvSpPr/>
      </dsp:nvSpPr>
      <dsp:spPr>
        <a:xfrm>
          <a:off x="2428944" y="458909"/>
          <a:ext cx="120729" cy="226762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105890"/>
            <a:satOff val="2073"/>
            <a:lumOff val="3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05890"/>
              <a:satOff val="2073"/>
              <a:lumOff val="3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AAB61-F74D-304D-BE8C-83C91AFAE239}">
      <dsp:nvSpPr>
        <dsp:cNvPr id="0" name=""/>
        <dsp:cNvSpPr/>
      </dsp:nvSpPr>
      <dsp:spPr>
        <a:xfrm>
          <a:off x="637806" y="0"/>
          <a:ext cx="1094190" cy="10941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1" tIns="42461" rIns="42461" bIns="424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1</a:t>
          </a:r>
        </a:p>
      </dsp:txBody>
      <dsp:txXfrm>
        <a:off x="798046" y="160240"/>
        <a:ext cx="773710" cy="773710"/>
      </dsp:txXfrm>
    </dsp:sp>
    <dsp:sp modelId="{E9D97B68-BE53-E640-8CC7-7FA10FF39A22}">
      <dsp:nvSpPr>
        <dsp:cNvPr id="0" name=""/>
        <dsp:cNvSpPr/>
      </dsp:nvSpPr>
      <dsp:spPr>
        <a:xfrm>
          <a:off x="3848" y="1259790"/>
          <a:ext cx="2362106" cy="2248158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211779"/>
            <a:satOff val="4147"/>
            <a:lumOff val="68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11779"/>
              <a:satOff val="4147"/>
              <a:lumOff val="6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26" tIns="165100" rIns="186326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+mn-lt"/>
              <a:cs typeface="Times New Roman" panose="02020603050405020304" pitchFamily="18" charset="0"/>
            </a:rPr>
            <a:t>Use advanced feature selection techniques to improve predictive accuracy further.</a:t>
          </a:r>
        </a:p>
      </dsp:txBody>
      <dsp:txXfrm>
        <a:off x="3848" y="1709422"/>
        <a:ext cx="2362106" cy="1798526"/>
      </dsp:txXfrm>
    </dsp:sp>
    <dsp:sp modelId="{441242A7-8380-3A41-8287-74CC80CA5B10}">
      <dsp:nvSpPr>
        <dsp:cNvPr id="0" name=""/>
        <dsp:cNvSpPr/>
      </dsp:nvSpPr>
      <dsp:spPr>
        <a:xfrm>
          <a:off x="2628411" y="547059"/>
          <a:ext cx="2362106" cy="72"/>
        </a:xfrm>
        <a:prstGeom prst="rect">
          <a:avLst/>
        </a:prstGeom>
        <a:solidFill>
          <a:schemeClr val="accent2">
            <a:tint val="40000"/>
            <a:alpha val="90000"/>
            <a:hueOff val="-317669"/>
            <a:satOff val="6220"/>
            <a:lumOff val="10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7669"/>
              <a:satOff val="6220"/>
              <a:lumOff val="1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51022-DFD8-424B-8ECD-F12E99FD1FA4}">
      <dsp:nvSpPr>
        <dsp:cNvPr id="0" name=""/>
        <dsp:cNvSpPr/>
      </dsp:nvSpPr>
      <dsp:spPr>
        <a:xfrm>
          <a:off x="5053507" y="458909"/>
          <a:ext cx="120729" cy="226762"/>
        </a:xfrm>
        <a:prstGeom prst="chevron">
          <a:avLst>
            <a:gd name="adj" fmla="val 90000"/>
          </a:avLst>
        </a:prstGeom>
        <a:solidFill>
          <a:schemeClr val="accent2">
            <a:tint val="40000"/>
            <a:alpha val="90000"/>
            <a:hueOff val="-423558"/>
            <a:satOff val="8294"/>
            <a:lumOff val="136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3558"/>
              <a:satOff val="8294"/>
              <a:lumOff val="13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6F1A2-7F73-D34D-B39C-99FE8F23C211}">
      <dsp:nvSpPr>
        <dsp:cNvPr id="0" name=""/>
        <dsp:cNvSpPr/>
      </dsp:nvSpPr>
      <dsp:spPr>
        <a:xfrm>
          <a:off x="3262369" y="0"/>
          <a:ext cx="1094190" cy="1094190"/>
        </a:xfrm>
        <a:prstGeom prst="ellipse">
          <a:avLst/>
        </a:prstGeom>
        <a:solidFill>
          <a:schemeClr val="accent2">
            <a:hueOff val="-398442"/>
            <a:satOff val="6385"/>
            <a:lumOff val="5784"/>
            <a:alphaOff val="0"/>
          </a:schemeClr>
        </a:solidFill>
        <a:ln w="12700" cap="flat" cmpd="sng" algn="ctr">
          <a:solidFill>
            <a:schemeClr val="accent2">
              <a:hueOff val="-398442"/>
              <a:satOff val="6385"/>
              <a:lumOff val="57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1" tIns="42461" rIns="42461" bIns="424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2</a:t>
          </a:r>
        </a:p>
      </dsp:txBody>
      <dsp:txXfrm>
        <a:off x="3422609" y="160240"/>
        <a:ext cx="773710" cy="773710"/>
      </dsp:txXfrm>
    </dsp:sp>
    <dsp:sp modelId="{5D2AEE0A-66B8-6645-8789-A2D8A178F59C}">
      <dsp:nvSpPr>
        <dsp:cNvPr id="0" name=""/>
        <dsp:cNvSpPr/>
      </dsp:nvSpPr>
      <dsp:spPr>
        <a:xfrm>
          <a:off x="2628411" y="1259790"/>
          <a:ext cx="2362106" cy="2248158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529448"/>
            <a:satOff val="10367"/>
            <a:lumOff val="170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29448"/>
              <a:satOff val="10367"/>
              <a:lumOff val="170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26" tIns="165100" rIns="186326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Collect more diverse data to balance the distribution of quality ratings.</a:t>
          </a:r>
        </a:p>
      </dsp:txBody>
      <dsp:txXfrm>
        <a:off x="2628411" y="1709422"/>
        <a:ext cx="2362106" cy="1798526"/>
      </dsp:txXfrm>
    </dsp:sp>
    <dsp:sp modelId="{75164DD9-C44F-A048-96ED-9A695B27B25B}">
      <dsp:nvSpPr>
        <dsp:cNvPr id="0" name=""/>
        <dsp:cNvSpPr/>
      </dsp:nvSpPr>
      <dsp:spPr>
        <a:xfrm>
          <a:off x="5252973" y="547059"/>
          <a:ext cx="1181053" cy="72"/>
        </a:xfrm>
        <a:prstGeom prst="rect">
          <a:avLst/>
        </a:prstGeom>
        <a:solidFill>
          <a:schemeClr val="accent2">
            <a:tint val="40000"/>
            <a:alpha val="90000"/>
            <a:hueOff val="-635337"/>
            <a:satOff val="12441"/>
            <a:lumOff val="20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35337"/>
              <a:satOff val="12441"/>
              <a:lumOff val="204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0810C-5CEA-0F41-99E5-01345E5A5A69}">
      <dsp:nvSpPr>
        <dsp:cNvPr id="0" name=""/>
        <dsp:cNvSpPr/>
      </dsp:nvSpPr>
      <dsp:spPr>
        <a:xfrm>
          <a:off x="5886932" y="0"/>
          <a:ext cx="1094190" cy="1094190"/>
        </a:xfrm>
        <a:prstGeom prst="ellipse">
          <a:avLst/>
        </a:prstGeom>
        <a:solidFill>
          <a:schemeClr val="accent2">
            <a:hueOff val="-796883"/>
            <a:satOff val="12770"/>
            <a:lumOff val="11569"/>
            <a:alphaOff val="0"/>
          </a:schemeClr>
        </a:solidFill>
        <a:ln w="12700" cap="flat" cmpd="sng" algn="ctr">
          <a:solidFill>
            <a:schemeClr val="accent2">
              <a:hueOff val="-796883"/>
              <a:satOff val="12770"/>
              <a:lumOff val="1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461" tIns="42461" rIns="42461" bIns="4246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3</a:t>
          </a:r>
        </a:p>
      </dsp:txBody>
      <dsp:txXfrm>
        <a:off x="6047172" y="160240"/>
        <a:ext cx="773710" cy="773710"/>
      </dsp:txXfrm>
    </dsp:sp>
    <dsp:sp modelId="{59B41740-5340-FD44-8930-0A7006409F78}">
      <dsp:nvSpPr>
        <dsp:cNvPr id="0" name=""/>
        <dsp:cNvSpPr/>
      </dsp:nvSpPr>
      <dsp:spPr>
        <a:xfrm>
          <a:off x="5252973" y="1259790"/>
          <a:ext cx="2362106" cy="2248158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2">
            <a:tint val="40000"/>
            <a:alpha val="90000"/>
            <a:hueOff val="-847116"/>
            <a:satOff val="16588"/>
            <a:lumOff val="27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7116"/>
              <a:satOff val="16588"/>
              <a:lumOff val="27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326" tIns="165100" rIns="186326" bIns="1651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Explore ensemble clustering methods for better segmentation.</a:t>
          </a:r>
        </a:p>
      </dsp:txBody>
      <dsp:txXfrm>
        <a:off x="5252973" y="1709422"/>
        <a:ext cx="2362106" cy="17985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365B1-AD11-44B6-BE76-B149F7694BA6}">
      <dsp:nvSpPr>
        <dsp:cNvPr id="0" name=""/>
        <dsp:cNvSpPr/>
      </dsp:nvSpPr>
      <dsp:spPr>
        <a:xfrm>
          <a:off x="807548" y="559809"/>
          <a:ext cx="868218" cy="868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10F59-273E-4F42-A2AD-FE113F06E29A}">
      <dsp:nvSpPr>
        <dsp:cNvPr id="0" name=""/>
        <dsp:cNvSpPr/>
      </dsp:nvSpPr>
      <dsp:spPr>
        <a:xfrm>
          <a:off x="1345" y="1526580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Production Adjustments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sp:txBody>
      <dsp:txXfrm>
        <a:off x="1345" y="1526580"/>
        <a:ext cx="2480625" cy="372093"/>
      </dsp:txXfrm>
    </dsp:sp>
    <dsp:sp modelId="{F7DAC38A-1C97-4CFF-BC68-A05673EF0621}">
      <dsp:nvSpPr>
        <dsp:cNvPr id="0" name=""/>
        <dsp:cNvSpPr/>
      </dsp:nvSpPr>
      <dsp:spPr>
        <a:xfrm>
          <a:off x="1345" y="1944512"/>
          <a:ext cx="2480625" cy="90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Increase alcohol levels and control acidity for higher quality wines.</a:t>
          </a:r>
        </a:p>
      </dsp:txBody>
      <dsp:txXfrm>
        <a:off x="1345" y="1944512"/>
        <a:ext cx="2480625" cy="907214"/>
      </dsp:txXfrm>
    </dsp:sp>
    <dsp:sp modelId="{DFC3BFEF-7466-417B-A9CE-327CD2F07FB3}">
      <dsp:nvSpPr>
        <dsp:cNvPr id="0" name=""/>
        <dsp:cNvSpPr/>
      </dsp:nvSpPr>
      <dsp:spPr>
        <a:xfrm>
          <a:off x="3722283" y="559809"/>
          <a:ext cx="868218" cy="8682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A1CF6-D6FE-4D1F-85F8-E273D1CCE452}">
      <dsp:nvSpPr>
        <dsp:cNvPr id="0" name=""/>
        <dsp:cNvSpPr/>
      </dsp:nvSpPr>
      <dsp:spPr>
        <a:xfrm>
          <a:off x="2916079" y="1526580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Marketing Strategies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sp:txBody>
      <dsp:txXfrm>
        <a:off x="2916079" y="1526580"/>
        <a:ext cx="2480625" cy="372093"/>
      </dsp:txXfrm>
    </dsp:sp>
    <dsp:sp modelId="{C9985280-1190-44C0-AB09-C5ECDADAA21F}">
      <dsp:nvSpPr>
        <dsp:cNvPr id="0" name=""/>
        <dsp:cNvSpPr/>
      </dsp:nvSpPr>
      <dsp:spPr>
        <a:xfrm>
          <a:off x="2916079" y="1944512"/>
          <a:ext cx="2480625" cy="90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Highlight Cluster 2 wines as premium options.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 Cluster 1 wines as refreshing, everyday options.</a:t>
          </a:r>
        </a:p>
      </dsp:txBody>
      <dsp:txXfrm>
        <a:off x="2916079" y="1944512"/>
        <a:ext cx="2480625" cy="907214"/>
      </dsp:txXfrm>
    </dsp:sp>
    <dsp:sp modelId="{EC1689E6-D367-4647-BB3C-364BB652E0F4}">
      <dsp:nvSpPr>
        <dsp:cNvPr id="0" name=""/>
        <dsp:cNvSpPr/>
      </dsp:nvSpPr>
      <dsp:spPr>
        <a:xfrm>
          <a:off x="6637017" y="559809"/>
          <a:ext cx="868218" cy="868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CF014-054E-4D6F-A764-6AF898D1379C}">
      <dsp:nvSpPr>
        <dsp:cNvPr id="0" name=""/>
        <dsp:cNvSpPr/>
      </dsp:nvSpPr>
      <dsp:spPr>
        <a:xfrm>
          <a:off x="5830814" y="1526580"/>
          <a:ext cx="2480625" cy="372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Quality Control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:</a:t>
          </a:r>
        </a:p>
      </dsp:txBody>
      <dsp:txXfrm>
        <a:off x="5830814" y="1526580"/>
        <a:ext cx="2480625" cy="372093"/>
      </dsp:txXfrm>
    </dsp:sp>
    <dsp:sp modelId="{4E89C309-0742-44CC-A75D-856FE7848E23}">
      <dsp:nvSpPr>
        <dsp:cNvPr id="0" name=""/>
        <dsp:cNvSpPr/>
      </dsp:nvSpPr>
      <dsp:spPr>
        <a:xfrm>
          <a:off x="5830814" y="1944512"/>
          <a:ext cx="2480625" cy="9072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Focus on monitoring alcohol and sulphates during production.</a:t>
          </a:r>
        </a:p>
      </dsp:txBody>
      <dsp:txXfrm>
        <a:off x="5830814" y="1944512"/>
        <a:ext cx="2480625" cy="9072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89CCB-A87A-984D-8E18-0C4B3B6242EF}" type="datetimeFigureOut">
              <a:rPr lang="en-US" smtClean="0"/>
              <a:t>12/1/24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9AF73E-EFF6-524F-9B74-295AB35C15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46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9AF73E-EFF6-524F-9B74-295AB35C15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11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368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52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12/1/24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25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31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668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7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6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96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0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442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56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12/1/24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65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4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An abstract burst of blue and pink">
            <a:extLst>
              <a:ext uri="{FF2B5EF4-FFF2-40B4-BE49-F238E27FC236}">
                <a16:creationId xmlns:a16="http://schemas.microsoft.com/office/drawing/2014/main" id="{11F16387-17B9-A5D3-AB20-3956166D23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96" r="18491" b="-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90CAB-CBBD-E09B-6000-221341B09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3300" dirty="0">
                <a:effectLst/>
                <a:latin typeface="TimesNewRomanPSMT"/>
              </a:rPr>
              <a:t>Predicting Wine Quality Based on Chemical Properties</a:t>
            </a:r>
            <a:br>
              <a:rPr lang="en-US" sz="3300" dirty="0">
                <a:effectLst/>
                <a:latin typeface="TimesNewRomanPSMT"/>
              </a:rPr>
            </a:br>
            <a:br>
              <a:rPr lang="en-US" sz="3300" dirty="0"/>
            </a:br>
            <a:endParaRPr lang="en-US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4C07A-3DF4-3933-9409-EFB9B90E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 Velu Ramalingam</a:t>
            </a:r>
          </a:p>
        </p:txBody>
      </p:sp>
    </p:spTree>
    <p:extLst>
      <p:ext uri="{BB962C8B-B14F-4D97-AF65-F5344CB8AC3E}">
        <p14:creationId xmlns:p14="http://schemas.microsoft.com/office/powerpoint/2010/main" val="225556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C98932-637D-FE1D-25DD-980479FC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37CA2-E7B4-E712-7393-CF5EF377A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this project was to predict wine quality based on its chemical attributes using machine learning models and to derive actionable business insights for a winery.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1" name="Picture 20" descr="Bottles in a production line">
            <a:extLst>
              <a:ext uri="{FF2B5EF4-FFF2-40B4-BE49-F238E27FC236}">
                <a16:creationId xmlns:a16="http://schemas.microsoft.com/office/drawing/2014/main" id="{7CAB97DF-A6EC-10B1-DEFA-ED6F7EC61A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2" r="43457" b="-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0270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1C495C-5765-AE0F-9256-A6642892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Exploratory Data Analysis (EDA)</a:t>
            </a:r>
            <a:br>
              <a:rPr lang="en-US" sz="2000" b="1" dirty="0"/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41C5C-20F9-5374-EC3A-F89D44AED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8" y="1900393"/>
            <a:ext cx="5271804" cy="365125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1,999 rows, 12 features, and the target variable quality.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alcohol, sulphates, and volatile acidity show significant relationships with wine quality.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alcohol content is positively correlated with higher quality ratings.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Wines with balanced acidity and residual sugar tend to score higher.</a:t>
            </a:r>
          </a:p>
          <a:p>
            <a:pPr>
              <a:lnSpc>
                <a:spcPct val="13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Medicine bottles on shelf">
            <a:extLst>
              <a:ext uri="{FF2B5EF4-FFF2-40B4-BE49-F238E27FC236}">
                <a16:creationId xmlns:a16="http://schemas.microsoft.com/office/drawing/2014/main" id="{3211CA8A-FE3D-3E4C-FED6-77D0A3D5D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38" r="25511" b="-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20682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8A149-A871-FC11-2C40-22D2F00FA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8ABCF-B33B-29E9-40FD-1A63E19FD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8" y="1744276"/>
            <a:ext cx="5271804" cy="365125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residual sugar and volatile acidity were treated using the Interquartile Range (IQR) method.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 was applied to normalize features like density and alcohol.</a:t>
            </a:r>
          </a:p>
          <a:p>
            <a:pPr>
              <a:lnSpc>
                <a:spcPct val="13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Transformation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features, such as sugar_acidity_ratio and sulfur_dioxide_ratio, were created to improve model performance.</a:t>
            </a:r>
          </a:p>
          <a:p>
            <a:pPr>
              <a:lnSpc>
                <a:spcPct val="13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Chemical formulas are written on paper">
            <a:extLst>
              <a:ext uri="{FF2B5EF4-FFF2-40B4-BE49-F238E27FC236}">
                <a16:creationId xmlns:a16="http://schemas.microsoft.com/office/drawing/2014/main" id="{35063330-E03C-6436-B57C-400E7129F4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16" r="2977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5906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20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C4CE3C4-3600-4353-9FE1-B32D06BE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4666E-CAF9-3876-B8DC-447C3FE4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5645" cy="1639888"/>
          </a:xfrm>
        </p:spPr>
        <p:txBody>
          <a:bodyPr anchor="b"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Feature Engineering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B5B8D-AC76-67CA-3EAB-9DF1F676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8" y="1934660"/>
            <a:ext cx="5296964" cy="365125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 and Correlation Analysis identified key predictors: alcohol, sulphates, volatile acidity, and density.</a:t>
            </a:r>
          </a:p>
          <a:p>
            <a:pPr>
              <a:lnSpc>
                <a:spcPct val="13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reduced the dataset to principal components, retaining 95% of the variance.</a:t>
            </a:r>
          </a:p>
          <a:p>
            <a:pPr>
              <a:lnSpc>
                <a:spcPct val="13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phic 6" descr="Wine">
            <a:extLst>
              <a:ext uri="{FF2B5EF4-FFF2-40B4-BE49-F238E27FC236}">
                <a16:creationId xmlns:a16="http://schemas.microsoft.com/office/drawing/2014/main" id="{AFDFAE1B-1834-0DA2-FBFB-012CC1CB1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7967" y="1934660"/>
            <a:ext cx="2988679" cy="29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E737D-F9DD-080B-5EF7-FBC26744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4. Model Building</a:t>
            </a:r>
            <a:b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A54C0-628D-1BD3-2076-F115B0331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0942" y="1710822"/>
            <a:ext cx="5271804" cy="3651250"/>
          </a:xfrm>
        </p:spPr>
        <p:txBody>
          <a:bodyPr>
            <a:norm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Random Forest Classifier.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~90%.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 Recall, and F1-Score were high, particularly for the "Medium" quality category.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A close up view of a puzzle game">
            <a:extLst>
              <a:ext uri="{FF2B5EF4-FFF2-40B4-BE49-F238E27FC236}">
                <a16:creationId xmlns:a16="http://schemas.microsoft.com/office/drawing/2014/main" id="{E4FAE02A-78C0-A9B5-3ED4-692A94B489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883" r="14567" b="-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82196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E4422F-E857-390C-312C-688E3790A2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603215"/>
              </p:ext>
            </p:extLst>
          </p:nvPr>
        </p:nvGraphicFramePr>
        <p:xfrm>
          <a:off x="2377439" y="2312988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3408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D7BB-D8AD-C8BF-9B46-8497FB99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860" y="442913"/>
            <a:ext cx="7820569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332301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994386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A59997-B0D6-5362-14C5-33CFFDD64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1118704"/>
              </p:ext>
            </p:extLst>
          </p:nvPr>
        </p:nvGraphicFramePr>
        <p:xfrm>
          <a:off x="1488451" y="1792289"/>
          <a:ext cx="7881385" cy="3278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616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FBB9A-12B3-E991-DD6E-EC2B0C322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860" y="442913"/>
            <a:ext cx="7820569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Business Insights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332301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994386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5A2878-2735-DB8A-28FA-1BE297ABEB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712679"/>
              </p:ext>
            </p:extLst>
          </p:nvPr>
        </p:nvGraphicFramePr>
        <p:xfrm>
          <a:off x="1771802" y="2034208"/>
          <a:ext cx="7881385" cy="3278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3020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0ACA6C3-F2FA-4894-85C1-9FA605104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76922BA5-6683-4195-97C3-F3D2A0BB1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026626" y="-5026319"/>
            <a:ext cx="2138900" cy="12191541"/>
          </a:xfrm>
          <a:custGeom>
            <a:avLst/>
            <a:gdLst>
              <a:gd name="connsiteX0" fmla="*/ 0 w 2382867"/>
              <a:gd name="connsiteY0" fmla="*/ 12191541 h 12191541"/>
              <a:gd name="connsiteX1" fmla="*/ 0 w 2382867"/>
              <a:gd name="connsiteY1" fmla="*/ 0 h 12191541"/>
              <a:gd name="connsiteX2" fmla="*/ 1758230 w 2382867"/>
              <a:gd name="connsiteY2" fmla="*/ 0 h 12191541"/>
              <a:gd name="connsiteX3" fmla="*/ 1849759 w 2382867"/>
              <a:gd name="connsiteY3" fmla="*/ 405062 h 12191541"/>
              <a:gd name="connsiteX4" fmla="*/ 2382867 w 2382867"/>
              <a:gd name="connsiteY4" fmla="*/ 6524518 h 12191541"/>
              <a:gd name="connsiteX5" fmla="*/ 1334945 w 2382867"/>
              <a:gd name="connsiteY5" fmla="*/ 12017007 h 12191541"/>
              <a:gd name="connsiteX6" fmla="*/ 1268170 w 2382867"/>
              <a:gd name="connsiteY6" fmla="*/ 12191541 h 12191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2867" h="12191541">
                <a:moveTo>
                  <a:pt x="0" y="12191541"/>
                </a:moveTo>
                <a:lnTo>
                  <a:pt x="0" y="0"/>
                </a:lnTo>
                <a:lnTo>
                  <a:pt x="1758230" y="0"/>
                </a:lnTo>
                <a:lnTo>
                  <a:pt x="1849759" y="405062"/>
                </a:lnTo>
                <a:cubicBezTo>
                  <a:pt x="2196195" y="2048010"/>
                  <a:pt x="2382867" y="4186399"/>
                  <a:pt x="2382867" y="6524518"/>
                </a:cubicBezTo>
                <a:cubicBezTo>
                  <a:pt x="2382867" y="9147937"/>
                  <a:pt x="1893395" y="10555417"/>
                  <a:pt x="1334945" y="12017007"/>
                </a:cubicBezTo>
                <a:lnTo>
                  <a:pt x="1268170" y="12191541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E59169C9-0DBE-4B66-9C16-22A64324A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27211" y="-4339476"/>
            <a:ext cx="1137882" cy="12191694"/>
          </a:xfrm>
          <a:custGeom>
            <a:avLst/>
            <a:gdLst>
              <a:gd name="connsiteX0" fmla="*/ 0 w 1240954"/>
              <a:gd name="connsiteY0" fmla="*/ 12191694 h 12191694"/>
              <a:gd name="connsiteX1" fmla="*/ 72823 w 1240954"/>
              <a:gd name="connsiteY1" fmla="*/ 12017158 h 12191694"/>
              <a:gd name="connsiteX2" fmla="*/ 1215669 w 1240954"/>
              <a:gd name="connsiteY2" fmla="*/ 6524669 h 12191694"/>
              <a:gd name="connsiteX3" fmla="*/ 634271 w 1240954"/>
              <a:gd name="connsiteY3" fmla="*/ 405211 h 12191694"/>
              <a:gd name="connsiteX4" fmla="*/ 534414 w 1240954"/>
              <a:gd name="connsiteY4" fmla="*/ 0 h 12191694"/>
              <a:gd name="connsiteX5" fmla="*/ 559698 w 1240954"/>
              <a:gd name="connsiteY5" fmla="*/ 0 h 12191694"/>
              <a:gd name="connsiteX6" fmla="*/ 659555 w 1240954"/>
              <a:gd name="connsiteY6" fmla="*/ 405211 h 12191694"/>
              <a:gd name="connsiteX7" fmla="*/ 1240954 w 1240954"/>
              <a:gd name="connsiteY7" fmla="*/ 6524669 h 12191694"/>
              <a:gd name="connsiteX8" fmla="*/ 98108 w 1240954"/>
              <a:gd name="connsiteY8" fmla="*/ 12017158 h 12191694"/>
              <a:gd name="connsiteX9" fmla="*/ 25285 w 1240954"/>
              <a:gd name="connsiteY9" fmla="*/ 12191694 h 12191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40954" h="12191694">
                <a:moveTo>
                  <a:pt x="0" y="12191694"/>
                </a:moveTo>
                <a:lnTo>
                  <a:pt x="72823" y="12017158"/>
                </a:lnTo>
                <a:cubicBezTo>
                  <a:pt x="681859" y="10555569"/>
                  <a:pt x="1215669" y="9148088"/>
                  <a:pt x="1215669" y="6524669"/>
                </a:cubicBezTo>
                <a:cubicBezTo>
                  <a:pt x="1215670" y="4186551"/>
                  <a:pt x="1012087" y="2048160"/>
                  <a:pt x="634271" y="405211"/>
                </a:cubicBezTo>
                <a:lnTo>
                  <a:pt x="534414" y="0"/>
                </a:lnTo>
                <a:lnTo>
                  <a:pt x="559698" y="0"/>
                </a:lnTo>
                <a:lnTo>
                  <a:pt x="659555" y="405211"/>
                </a:lnTo>
                <a:cubicBezTo>
                  <a:pt x="1037372" y="2048160"/>
                  <a:pt x="1240954" y="4186551"/>
                  <a:pt x="1240954" y="6524669"/>
                </a:cubicBezTo>
                <a:cubicBezTo>
                  <a:pt x="1240954" y="9148088"/>
                  <a:pt x="707144" y="10555569"/>
                  <a:pt x="98108" y="12017158"/>
                </a:cubicBezTo>
                <a:lnTo>
                  <a:pt x="25285" y="121916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4900D7-A299-69E1-D389-0B8AE854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44" y="543687"/>
            <a:ext cx="9756112" cy="1046868"/>
          </a:xfrm>
        </p:spPr>
        <p:txBody>
          <a:bodyPr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Limitations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F0457BB4-CED7-4065-8959-D6B51491B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90529" y="-4583452"/>
            <a:ext cx="1011248" cy="12191695"/>
          </a:xfrm>
          <a:custGeom>
            <a:avLst/>
            <a:gdLst>
              <a:gd name="connsiteX0" fmla="*/ 0 w 1102849"/>
              <a:gd name="connsiteY0" fmla="*/ 12191695 h 12191695"/>
              <a:gd name="connsiteX1" fmla="*/ 65312 w 1102849"/>
              <a:gd name="connsiteY1" fmla="*/ 12017158 h 12191695"/>
              <a:gd name="connsiteX2" fmla="*/ 1090278 w 1102849"/>
              <a:gd name="connsiteY2" fmla="*/ 6524670 h 12191695"/>
              <a:gd name="connsiteX3" fmla="*/ 568848 w 1102849"/>
              <a:gd name="connsiteY3" fmla="*/ 405211 h 12191695"/>
              <a:gd name="connsiteX4" fmla="*/ 479291 w 1102849"/>
              <a:gd name="connsiteY4" fmla="*/ 0 h 12191695"/>
              <a:gd name="connsiteX5" fmla="*/ 491862 w 1102849"/>
              <a:gd name="connsiteY5" fmla="*/ 0 h 12191695"/>
              <a:gd name="connsiteX6" fmla="*/ 581419 w 1102849"/>
              <a:gd name="connsiteY6" fmla="*/ 405211 h 12191695"/>
              <a:gd name="connsiteX7" fmla="*/ 1102849 w 1102849"/>
              <a:gd name="connsiteY7" fmla="*/ 6524670 h 12191695"/>
              <a:gd name="connsiteX8" fmla="*/ 77883 w 1102849"/>
              <a:gd name="connsiteY8" fmla="*/ 12017158 h 12191695"/>
              <a:gd name="connsiteX9" fmla="*/ 12571 w 1102849"/>
              <a:gd name="connsiteY9" fmla="*/ 12191695 h 12191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49" h="12191695">
                <a:moveTo>
                  <a:pt x="0" y="12191695"/>
                </a:moveTo>
                <a:lnTo>
                  <a:pt x="65312" y="12017158"/>
                </a:lnTo>
                <a:cubicBezTo>
                  <a:pt x="611528" y="10555569"/>
                  <a:pt x="1090278" y="9148088"/>
                  <a:pt x="1090278" y="6524670"/>
                </a:cubicBezTo>
                <a:cubicBezTo>
                  <a:pt x="1090278" y="4186551"/>
                  <a:pt x="907694" y="2048159"/>
                  <a:pt x="568848" y="405211"/>
                </a:cubicBezTo>
                <a:lnTo>
                  <a:pt x="479291" y="0"/>
                </a:lnTo>
                <a:lnTo>
                  <a:pt x="491862" y="0"/>
                </a:lnTo>
                <a:lnTo>
                  <a:pt x="581419" y="405211"/>
                </a:lnTo>
                <a:cubicBezTo>
                  <a:pt x="920265" y="2048159"/>
                  <a:pt x="1102849" y="4186551"/>
                  <a:pt x="1102849" y="6524670"/>
                </a:cubicBezTo>
                <a:cubicBezTo>
                  <a:pt x="1102849" y="9148088"/>
                  <a:pt x="624099" y="10555569"/>
                  <a:pt x="77883" y="12017158"/>
                </a:cubicBezTo>
                <a:lnTo>
                  <a:pt x="12571" y="12191695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C369F15-712A-095E-AB6D-6074CDA6E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7789602"/>
              </p:ext>
            </p:extLst>
          </p:nvPr>
        </p:nvGraphicFramePr>
        <p:xfrm>
          <a:off x="1711171" y="1784189"/>
          <a:ext cx="8769350" cy="3289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837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D9D5CA-2860-C91B-1F7A-295B0028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8860" y="442913"/>
            <a:ext cx="7820569" cy="1344612"/>
          </a:xfrm>
        </p:spPr>
        <p:txBody>
          <a:bodyPr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Future Work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332301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9994386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93A1C9-9198-CD96-408F-D0FF0AA16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146636"/>
              </p:ext>
            </p:extLst>
          </p:nvPr>
        </p:nvGraphicFramePr>
        <p:xfrm>
          <a:off x="2155307" y="1675025"/>
          <a:ext cx="7881385" cy="3507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806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7FC6A8B-34F9-40FB-AA2D-E34168F52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1EC86DB4-572A-4F71-AF8A-2395B4CA7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756583" y="0"/>
            <a:ext cx="11435265" cy="6858000"/>
          </a:xfrm>
          <a:custGeom>
            <a:avLst/>
            <a:gdLst>
              <a:gd name="connsiteX0" fmla="*/ 9925983 w 11435265"/>
              <a:gd name="connsiteY0" fmla="*/ 6858000 h 6858000"/>
              <a:gd name="connsiteX1" fmla="*/ 0 w 11435265"/>
              <a:gd name="connsiteY1" fmla="*/ 6858000 h 6858000"/>
              <a:gd name="connsiteX2" fmla="*/ 0 w 11435265"/>
              <a:gd name="connsiteY2" fmla="*/ 0 h 6858000"/>
              <a:gd name="connsiteX3" fmla="*/ 996904 w 11435265"/>
              <a:gd name="connsiteY3" fmla="*/ 0 h 6858000"/>
              <a:gd name="connsiteX4" fmla="*/ 2426875 w 11435265"/>
              <a:gd name="connsiteY4" fmla="*/ 0 h 6858000"/>
              <a:gd name="connsiteX5" fmla="*/ 4014127 w 11435265"/>
              <a:gd name="connsiteY5" fmla="*/ 0 h 6858000"/>
              <a:gd name="connsiteX6" fmla="*/ 4359595 w 11435265"/>
              <a:gd name="connsiteY6" fmla="*/ 0 h 6858000"/>
              <a:gd name="connsiteX7" fmla="*/ 4647960 w 11435265"/>
              <a:gd name="connsiteY7" fmla="*/ 0 h 6858000"/>
              <a:gd name="connsiteX8" fmla="*/ 4691093 w 11435265"/>
              <a:gd name="connsiteY8" fmla="*/ 0 h 6858000"/>
              <a:gd name="connsiteX9" fmla="*/ 5558544 w 11435265"/>
              <a:gd name="connsiteY9" fmla="*/ 0 h 6858000"/>
              <a:gd name="connsiteX10" fmla="*/ 5570664 w 11435265"/>
              <a:gd name="connsiteY10" fmla="*/ 0 h 6858000"/>
              <a:gd name="connsiteX11" fmla="*/ 5695183 w 11435265"/>
              <a:gd name="connsiteY11" fmla="*/ 0 h 6858000"/>
              <a:gd name="connsiteX12" fmla="*/ 7177357 w 11435265"/>
              <a:gd name="connsiteY12" fmla="*/ 0 h 6858000"/>
              <a:gd name="connsiteX13" fmla="*/ 9824163 w 11435265"/>
              <a:gd name="connsiteY13" fmla="*/ 0 h 6858000"/>
              <a:gd name="connsiteX14" fmla="*/ 9846125 w 11435265"/>
              <a:gd name="connsiteY14" fmla="*/ 16892 h 6858000"/>
              <a:gd name="connsiteX15" fmla="*/ 11435265 w 11435265"/>
              <a:gd name="connsiteY15" fmla="*/ 4079318 h 6858000"/>
              <a:gd name="connsiteX16" fmla="*/ 10261404 w 11435265"/>
              <a:gd name="connsiteY16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435265" h="6858000">
                <a:moveTo>
                  <a:pt x="9925983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996904" y="0"/>
                </a:lnTo>
                <a:lnTo>
                  <a:pt x="2426875" y="0"/>
                </a:lnTo>
                <a:lnTo>
                  <a:pt x="4014127" y="0"/>
                </a:lnTo>
                <a:lnTo>
                  <a:pt x="4359595" y="0"/>
                </a:lnTo>
                <a:lnTo>
                  <a:pt x="4647960" y="0"/>
                </a:lnTo>
                <a:lnTo>
                  <a:pt x="4691093" y="0"/>
                </a:lnTo>
                <a:lnTo>
                  <a:pt x="5558544" y="0"/>
                </a:lnTo>
                <a:lnTo>
                  <a:pt x="5570664" y="0"/>
                </a:lnTo>
                <a:lnTo>
                  <a:pt x="5695183" y="0"/>
                </a:lnTo>
                <a:lnTo>
                  <a:pt x="7177357" y="0"/>
                </a:lnTo>
                <a:lnTo>
                  <a:pt x="9824163" y="0"/>
                </a:lnTo>
                <a:lnTo>
                  <a:pt x="9846125" y="16892"/>
                </a:lnTo>
                <a:cubicBezTo>
                  <a:pt x="10865743" y="850004"/>
                  <a:pt x="11435265" y="2357705"/>
                  <a:pt x="11435265" y="4079318"/>
                </a:cubicBezTo>
                <a:cubicBezTo>
                  <a:pt x="11435265" y="5217633"/>
                  <a:pt x="10916694" y="5903717"/>
                  <a:pt x="10261404" y="654244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2">
            <a:extLst>
              <a:ext uri="{FF2B5EF4-FFF2-40B4-BE49-F238E27FC236}">
                <a16:creationId xmlns:a16="http://schemas.microsoft.com/office/drawing/2014/main" id="{71BA53A4-C4B7-4189-9FC1-6350B1AB5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341199" y="0"/>
            <a:ext cx="1518348" cy="6858000"/>
          </a:xfrm>
          <a:custGeom>
            <a:avLst/>
            <a:gdLst>
              <a:gd name="connsiteX0" fmla="*/ 19178 w 1518348"/>
              <a:gd name="connsiteY0" fmla="*/ 6858000 h 6858000"/>
              <a:gd name="connsiteX1" fmla="*/ 0 w 1518348"/>
              <a:gd name="connsiteY1" fmla="*/ 6858000 h 6858000"/>
              <a:gd name="connsiteX2" fmla="*/ 241394 w 1518348"/>
              <a:gd name="connsiteY2" fmla="*/ 6638611 h 6858000"/>
              <a:gd name="connsiteX3" fmla="*/ 1493356 w 1518348"/>
              <a:gd name="connsiteY3" fmla="*/ 4142424 h 6858000"/>
              <a:gd name="connsiteX4" fmla="*/ 282053 w 1518348"/>
              <a:gd name="connsiteY4" fmla="*/ 26474 h 6858000"/>
              <a:gd name="connsiteX5" fmla="*/ 256233 w 1518348"/>
              <a:gd name="connsiteY5" fmla="*/ 0 h 6858000"/>
              <a:gd name="connsiteX6" fmla="*/ 273463 w 1518348"/>
              <a:gd name="connsiteY6" fmla="*/ 0 h 6858000"/>
              <a:gd name="connsiteX7" fmla="*/ 300199 w 1518348"/>
              <a:gd name="connsiteY7" fmla="*/ 27414 h 6858000"/>
              <a:gd name="connsiteX8" fmla="*/ 1511501 w 1518348"/>
              <a:gd name="connsiteY8" fmla="*/ 4143362 h 6858000"/>
              <a:gd name="connsiteX9" fmla="*/ 259539 w 1518348"/>
              <a:gd name="connsiteY9" fmla="*/ 663954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8348" h="6858000">
                <a:moveTo>
                  <a:pt x="19178" y="6858000"/>
                </a:moveTo>
                <a:lnTo>
                  <a:pt x="0" y="6858000"/>
                </a:lnTo>
                <a:lnTo>
                  <a:pt x="241394" y="6638611"/>
                </a:lnTo>
                <a:cubicBezTo>
                  <a:pt x="909582" y="6009084"/>
                  <a:pt x="1445892" y="5323498"/>
                  <a:pt x="1493356" y="4142424"/>
                </a:cubicBezTo>
                <a:cubicBezTo>
                  <a:pt x="1560655" y="2467784"/>
                  <a:pt x="1130049" y="962858"/>
                  <a:pt x="282053" y="26474"/>
                </a:cubicBezTo>
                <a:lnTo>
                  <a:pt x="256233" y="0"/>
                </a:lnTo>
                <a:lnTo>
                  <a:pt x="273463" y="0"/>
                </a:lnTo>
                <a:lnTo>
                  <a:pt x="300199" y="27414"/>
                </a:lnTo>
                <a:cubicBezTo>
                  <a:pt x="1148195" y="963796"/>
                  <a:pt x="1578800" y="2468723"/>
                  <a:pt x="1511501" y="4143362"/>
                </a:cubicBezTo>
                <a:cubicBezTo>
                  <a:pt x="1464037" y="5324436"/>
                  <a:pt x="927728" y="6010023"/>
                  <a:pt x="259539" y="66395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5558AD6E-B070-4640-AA07-87E20898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552928" y="0"/>
            <a:ext cx="1644534" cy="6858000"/>
          </a:xfrm>
          <a:custGeom>
            <a:avLst/>
            <a:gdLst>
              <a:gd name="connsiteX0" fmla="*/ 135252 w 1644534"/>
              <a:gd name="connsiteY0" fmla="*/ 6858000 h 6858000"/>
              <a:gd name="connsiteX1" fmla="*/ 101819 w 1644534"/>
              <a:gd name="connsiteY1" fmla="*/ 6858000 h 6858000"/>
              <a:gd name="connsiteX2" fmla="*/ 437240 w 1644534"/>
              <a:gd name="connsiteY2" fmla="*/ 6542447 h 6858000"/>
              <a:gd name="connsiteX3" fmla="*/ 1611101 w 1644534"/>
              <a:gd name="connsiteY3" fmla="*/ 4079318 h 6858000"/>
              <a:gd name="connsiteX4" fmla="*/ 21961 w 1644534"/>
              <a:gd name="connsiteY4" fmla="*/ 16892 h 6858000"/>
              <a:gd name="connsiteX5" fmla="*/ 0 w 1644534"/>
              <a:gd name="connsiteY5" fmla="*/ 0 h 6858000"/>
              <a:gd name="connsiteX6" fmla="*/ 33433 w 1644534"/>
              <a:gd name="connsiteY6" fmla="*/ 0 h 6858000"/>
              <a:gd name="connsiteX7" fmla="*/ 55394 w 1644534"/>
              <a:gd name="connsiteY7" fmla="*/ 16892 h 6858000"/>
              <a:gd name="connsiteX8" fmla="*/ 1644534 w 1644534"/>
              <a:gd name="connsiteY8" fmla="*/ 4079318 h 6858000"/>
              <a:gd name="connsiteX9" fmla="*/ 470673 w 1644534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44534" h="6858000">
                <a:moveTo>
                  <a:pt x="135252" y="6858000"/>
                </a:moveTo>
                <a:lnTo>
                  <a:pt x="101819" y="6858000"/>
                </a:lnTo>
                <a:lnTo>
                  <a:pt x="437240" y="6542447"/>
                </a:lnTo>
                <a:cubicBezTo>
                  <a:pt x="1092531" y="5903717"/>
                  <a:pt x="1611101" y="5217633"/>
                  <a:pt x="1611101" y="4079318"/>
                </a:cubicBezTo>
                <a:cubicBezTo>
                  <a:pt x="1611101" y="2357705"/>
                  <a:pt x="1041580" y="850004"/>
                  <a:pt x="21961" y="16892"/>
                </a:cubicBezTo>
                <a:lnTo>
                  <a:pt x="0" y="0"/>
                </a:lnTo>
                <a:lnTo>
                  <a:pt x="33433" y="0"/>
                </a:lnTo>
                <a:lnTo>
                  <a:pt x="55394" y="16892"/>
                </a:lnTo>
                <a:cubicBezTo>
                  <a:pt x="1075012" y="850004"/>
                  <a:pt x="1644534" y="2357705"/>
                  <a:pt x="1644534" y="4079318"/>
                </a:cubicBezTo>
                <a:cubicBezTo>
                  <a:pt x="1644534" y="5217633"/>
                  <a:pt x="1125963" y="5903717"/>
                  <a:pt x="470673" y="654244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6ACFB69-D148-449E-AC5A-C55AA20A7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88858" y="0"/>
            <a:ext cx="1461546" cy="6858000"/>
          </a:xfrm>
          <a:custGeom>
            <a:avLst/>
            <a:gdLst>
              <a:gd name="connsiteX0" fmla="*/ 107940 w 1461546"/>
              <a:gd name="connsiteY0" fmla="*/ 6858000 h 6858000"/>
              <a:gd name="connsiteX1" fmla="*/ 91317 w 1461546"/>
              <a:gd name="connsiteY1" fmla="*/ 6858000 h 6858000"/>
              <a:gd name="connsiteX2" fmla="*/ 392141 w 1461546"/>
              <a:gd name="connsiteY2" fmla="*/ 6542447 h 6858000"/>
              <a:gd name="connsiteX3" fmla="*/ 1444924 w 1461546"/>
              <a:gd name="connsiteY3" fmla="*/ 4079318 h 6858000"/>
              <a:gd name="connsiteX4" fmla="*/ 19696 w 1461546"/>
              <a:gd name="connsiteY4" fmla="*/ 16892 h 6858000"/>
              <a:gd name="connsiteX5" fmla="*/ 0 w 1461546"/>
              <a:gd name="connsiteY5" fmla="*/ 0 h 6858000"/>
              <a:gd name="connsiteX6" fmla="*/ 16622 w 1461546"/>
              <a:gd name="connsiteY6" fmla="*/ 0 h 6858000"/>
              <a:gd name="connsiteX7" fmla="*/ 36319 w 1461546"/>
              <a:gd name="connsiteY7" fmla="*/ 16892 h 6858000"/>
              <a:gd name="connsiteX8" fmla="*/ 1461546 w 1461546"/>
              <a:gd name="connsiteY8" fmla="*/ 4079318 h 6858000"/>
              <a:gd name="connsiteX9" fmla="*/ 408763 w 1461546"/>
              <a:gd name="connsiteY9" fmla="*/ 65424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61546" h="6858000">
                <a:moveTo>
                  <a:pt x="107940" y="6858000"/>
                </a:moveTo>
                <a:lnTo>
                  <a:pt x="91317" y="6858000"/>
                </a:lnTo>
                <a:lnTo>
                  <a:pt x="392141" y="6542447"/>
                </a:lnTo>
                <a:cubicBezTo>
                  <a:pt x="979841" y="5903717"/>
                  <a:pt x="1444924" y="5217633"/>
                  <a:pt x="1444924" y="4079318"/>
                </a:cubicBezTo>
                <a:cubicBezTo>
                  <a:pt x="1444924" y="2357705"/>
                  <a:pt x="934146" y="850004"/>
                  <a:pt x="19696" y="16892"/>
                </a:cubicBezTo>
                <a:lnTo>
                  <a:pt x="0" y="0"/>
                </a:lnTo>
                <a:lnTo>
                  <a:pt x="16622" y="0"/>
                </a:lnTo>
                <a:lnTo>
                  <a:pt x="36319" y="16892"/>
                </a:lnTo>
                <a:cubicBezTo>
                  <a:pt x="950768" y="850004"/>
                  <a:pt x="1461546" y="2357705"/>
                  <a:pt x="1461546" y="4079318"/>
                </a:cubicBezTo>
                <a:cubicBezTo>
                  <a:pt x="1461546" y="5217633"/>
                  <a:pt x="996464" y="5903717"/>
                  <a:pt x="408763" y="654244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4453E6-BF98-E352-0A69-04FF7E88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9547" y="188981"/>
            <a:ext cx="8397987" cy="1345269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71E76399-0E18-A6DF-ABD9-920930655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384254"/>
              </p:ext>
            </p:extLst>
          </p:nvPr>
        </p:nvGraphicFramePr>
        <p:xfrm>
          <a:off x="2317822" y="1723231"/>
          <a:ext cx="8312785" cy="34115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965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20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C4CE3C4-3600-4353-9FE1-B32D06BE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69F5-9091-704D-F75E-F1001EBCD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773" y="2914842"/>
            <a:ext cx="2228453" cy="1028314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9EBCAF3-DB17-B1CD-B04B-C1CA99546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7967" y="1934660"/>
            <a:ext cx="2988679" cy="29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65885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SketchLines">
      <a:dk1>
        <a:sysClr val="windowText" lastClr="000000"/>
      </a:dk1>
      <a:lt1>
        <a:sysClr val="window" lastClr="FFFFFF"/>
      </a:lt1>
      <a:dk2>
        <a:srgbClr val="564E4E"/>
      </a:dk2>
      <a:lt2>
        <a:srgbClr val="EEEBE2"/>
      </a:lt2>
      <a:accent1>
        <a:srgbClr val="E54837"/>
      </a:accent1>
      <a:accent2>
        <a:srgbClr val="947F53"/>
      </a:accent2>
      <a:accent3>
        <a:srgbClr val="BE8D64"/>
      </a:accent3>
      <a:accent4>
        <a:srgbClr val="E0C171"/>
      </a:accent4>
      <a:accent5>
        <a:srgbClr val="968572"/>
      </a:accent5>
      <a:accent6>
        <a:srgbClr val="855D5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528</Words>
  <Application>Microsoft Macintosh PowerPoint</Application>
  <PresentationFormat>Widescreen</PresentationFormat>
  <Paragraphs>67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Meiryo</vt:lpstr>
      <vt:lpstr>Aptos</vt:lpstr>
      <vt:lpstr>Arial</vt:lpstr>
      <vt:lpstr>Corbel</vt:lpstr>
      <vt:lpstr>Times New Roman</vt:lpstr>
      <vt:lpstr>TimesNewRomanPSMT</vt:lpstr>
      <vt:lpstr>SketchLinesVTI</vt:lpstr>
      <vt:lpstr>Predicting Wine Quality Based on Chemical Properties  </vt:lpstr>
      <vt:lpstr>Objective </vt:lpstr>
      <vt:lpstr>Key Findings 1. Exploratory Data Analysis (EDA) </vt:lpstr>
      <vt:lpstr>2. Data Preprocessing </vt:lpstr>
      <vt:lpstr>3. Feature Engineering </vt:lpstr>
      <vt:lpstr>4. Model Building </vt:lpstr>
      <vt:lpstr>PowerPoint Presentation</vt:lpstr>
      <vt:lpstr>Clustering: </vt:lpstr>
      <vt:lpstr>5. Business Insights </vt:lpstr>
      <vt:lpstr>6. Limitations </vt:lpstr>
      <vt:lpstr>7. Future Work 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 Sellamuthu</dc:creator>
  <cp:lastModifiedBy>Anjali Velu Ramalingam</cp:lastModifiedBy>
  <cp:revision>5</cp:revision>
  <dcterms:created xsi:type="dcterms:W3CDTF">2024-12-01T21:54:59Z</dcterms:created>
  <dcterms:modified xsi:type="dcterms:W3CDTF">2024-12-02T02:45:40Z</dcterms:modified>
</cp:coreProperties>
</file>